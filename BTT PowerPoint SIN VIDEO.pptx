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7"/>
  </p:notesMasterIdLst>
  <p:sldIdLst>
    <p:sldId id="256" r:id="rId2"/>
    <p:sldId id="258" r:id="rId3"/>
    <p:sldId id="259" r:id="rId4"/>
    <p:sldId id="319" r:id="rId5"/>
    <p:sldId id="309" r:id="rId6"/>
    <p:sldId id="261" r:id="rId7"/>
    <p:sldId id="262" r:id="rId8"/>
    <p:sldId id="310" r:id="rId9"/>
    <p:sldId id="311" r:id="rId10"/>
    <p:sldId id="263" r:id="rId11"/>
    <p:sldId id="312" r:id="rId12"/>
    <p:sldId id="313" r:id="rId13"/>
    <p:sldId id="315" r:id="rId14"/>
    <p:sldId id="314" r:id="rId15"/>
    <p:sldId id="316" r:id="rId16"/>
    <p:sldId id="318" r:id="rId17"/>
    <p:sldId id="317" r:id="rId18"/>
    <p:sldId id="327" r:id="rId19"/>
    <p:sldId id="324" r:id="rId20"/>
    <p:sldId id="325" r:id="rId21"/>
    <p:sldId id="326" r:id="rId22"/>
    <p:sldId id="330" r:id="rId23"/>
    <p:sldId id="331" r:id="rId24"/>
    <p:sldId id="329" r:id="rId25"/>
    <p:sldId id="323" r:id="rId26"/>
    <p:sldId id="264" r:id="rId27"/>
    <p:sldId id="320" r:id="rId28"/>
    <p:sldId id="321" r:id="rId29"/>
    <p:sldId id="322" r:id="rId30"/>
    <p:sldId id="333" r:id="rId31"/>
    <p:sldId id="334" r:id="rId32"/>
    <p:sldId id="332" r:id="rId33"/>
    <p:sldId id="335" r:id="rId34"/>
    <p:sldId id="337" r:id="rId35"/>
    <p:sldId id="338" r:id="rId3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Montserrat" panose="00000500000000000000" pitchFamily="2" charset="0"/>
      <p:regular r:id="rId42"/>
      <p:bold r:id="rId43"/>
      <p:italic r:id="rId44"/>
      <p:bold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Ángel Giz Rodríguez" initials="MG" lastIdx="1" clrIdx="0">
    <p:extLst>
      <p:ext uri="{19B8F6BF-5375-455C-9EA6-DF929625EA0E}">
        <p15:presenceInfo xmlns:p15="http://schemas.microsoft.com/office/powerpoint/2012/main" userId="S::WLO14275@educastur.es::cc2d7b0b-fdb9-4bde-81d5-c7d9473b55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9F4AE-AE3C-4AF2-8285-5C09FED7DF33}">
  <a:tblStyle styleId="{2779F4AE-AE3C-4AF2-8285-5C09FED7DF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26" name="Google Shape;3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120be74a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38" name="Google Shape;338;ga120be74a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a9e355c63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55" name="Google Shape;355;ga9e355c63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a120be74a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72" name="Google Shape;372;ga120be74a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DBE90563-117C-1A88-BC26-059808032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>
            <a:extLst>
              <a:ext uri="{FF2B5EF4-FFF2-40B4-BE49-F238E27FC236}">
                <a16:creationId xmlns:a16="http://schemas.microsoft.com/office/drawing/2014/main" id="{BE44EDD9-BB03-94DB-BA7C-6AD90318A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>
            <a:extLst>
              <a:ext uri="{FF2B5EF4-FFF2-40B4-BE49-F238E27FC236}">
                <a16:creationId xmlns:a16="http://schemas.microsoft.com/office/drawing/2014/main" id="{EDAA348E-41B0-1FD3-6C8C-FCCB5CF10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467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07CB757B-9776-85F2-8576-B8CCF3BE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>
            <a:extLst>
              <a:ext uri="{FF2B5EF4-FFF2-40B4-BE49-F238E27FC236}">
                <a16:creationId xmlns:a16="http://schemas.microsoft.com/office/drawing/2014/main" id="{26E46E63-51B8-38A5-5215-D2999E30E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>
            <a:extLst>
              <a:ext uri="{FF2B5EF4-FFF2-40B4-BE49-F238E27FC236}">
                <a16:creationId xmlns:a16="http://schemas.microsoft.com/office/drawing/2014/main" id="{912EE368-BE54-4611-8415-13B2242E6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946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9e355c63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402" name="Google Shape;402;ga9e355c63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0633C58C-CE99-67EA-275B-4471F418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a9e355c63c_0_103:notes">
            <a:extLst>
              <a:ext uri="{FF2B5EF4-FFF2-40B4-BE49-F238E27FC236}">
                <a16:creationId xmlns:a16="http://schemas.microsoft.com/office/drawing/2014/main" id="{B38093A4-9BB9-81AA-FFF3-DD2E488AC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427" name="Google Shape;427;ga9e355c63c_0_103:notes">
            <a:extLst>
              <a:ext uri="{FF2B5EF4-FFF2-40B4-BE49-F238E27FC236}">
                <a16:creationId xmlns:a16="http://schemas.microsoft.com/office/drawing/2014/main" id="{A085FC9F-BAE1-54D2-118D-2EE2EB854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004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C8C23128-D48F-7F23-DE6C-BBB14431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>
            <a:extLst>
              <a:ext uri="{FF2B5EF4-FFF2-40B4-BE49-F238E27FC236}">
                <a16:creationId xmlns:a16="http://schemas.microsoft.com/office/drawing/2014/main" id="{73D168C8-8AB0-66DB-BC7D-60B2CB717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>
            <a:extLst>
              <a:ext uri="{FF2B5EF4-FFF2-40B4-BE49-F238E27FC236}">
                <a16:creationId xmlns:a16="http://schemas.microsoft.com/office/drawing/2014/main" id="{02AA3B4B-3793-E564-4BD2-24D4F346E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470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D614-E27A-05F7-0A4E-9A9041AB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452151-4378-50B7-7C03-03CD33DD9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PT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A2A7FE-A540-1F25-76D7-96C85F5F6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187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81F36-F317-1B88-50D8-3D646758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A92A46-7A0B-5BE1-EFCD-072D590F4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PT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EE12AA-EB3B-A61D-7527-30F42A0EB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2941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PT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04124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A001C56F-D431-EF71-B262-BDC5CCF5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>
            <a:extLst>
              <a:ext uri="{FF2B5EF4-FFF2-40B4-BE49-F238E27FC236}">
                <a16:creationId xmlns:a16="http://schemas.microsoft.com/office/drawing/2014/main" id="{6B50C984-697C-96F8-EABE-1E2D32C2D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>
            <a:extLst>
              <a:ext uri="{FF2B5EF4-FFF2-40B4-BE49-F238E27FC236}">
                <a16:creationId xmlns:a16="http://schemas.microsoft.com/office/drawing/2014/main" id="{A5EF60FB-4B26-F870-16F1-53D1531C6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227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a9e355c63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413" name="Google Shape;413;ga9e355c63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9F1F5CD8-7E60-61F2-5033-59127FA7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a9e355c63c_0_769:notes">
            <a:extLst>
              <a:ext uri="{FF2B5EF4-FFF2-40B4-BE49-F238E27FC236}">
                <a16:creationId xmlns:a16="http://schemas.microsoft.com/office/drawing/2014/main" id="{AA6F681A-F493-E974-3117-19536E7E2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396" name="Google Shape;396;ga9e355c63c_0_769:notes">
            <a:extLst>
              <a:ext uri="{FF2B5EF4-FFF2-40B4-BE49-F238E27FC236}">
                <a16:creationId xmlns:a16="http://schemas.microsoft.com/office/drawing/2014/main" id="{6BE83288-8461-733C-01EC-28D74E49A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903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930048" y="881823"/>
            <a:ext cx="2096658" cy="2096658"/>
            <a:chOff x="2125225" y="882100"/>
            <a:chExt cx="4498300" cy="4498300"/>
          </a:xfrm>
        </p:grpSpPr>
        <p:sp>
          <p:nvSpPr>
            <p:cNvPr id="10" name="Google Shape;10;p2"/>
            <p:cNvSpPr/>
            <p:nvPr/>
          </p:nvSpPr>
          <p:spPr>
            <a:xfrm>
              <a:off x="2125225" y="882100"/>
              <a:ext cx="4498300" cy="4498300"/>
            </a:xfrm>
            <a:custGeom>
              <a:avLst/>
              <a:gdLst/>
              <a:ahLst/>
              <a:cxnLst/>
              <a:rect l="l" t="t" r="r" b="b"/>
              <a:pathLst>
                <a:path w="179932" h="179932" extrusionOk="0">
                  <a:moveTo>
                    <a:pt x="90015" y="1"/>
                  </a:moveTo>
                  <a:cubicBezTo>
                    <a:pt x="40328" y="1"/>
                    <a:pt x="1" y="40328"/>
                    <a:pt x="1" y="89918"/>
                  </a:cubicBezTo>
                  <a:cubicBezTo>
                    <a:pt x="1" y="139604"/>
                    <a:pt x="40328" y="179932"/>
                    <a:pt x="90015" y="179932"/>
                  </a:cubicBezTo>
                  <a:cubicBezTo>
                    <a:pt x="139604" y="179932"/>
                    <a:pt x="179932" y="139604"/>
                    <a:pt x="179932" y="89918"/>
                  </a:cubicBezTo>
                  <a:cubicBezTo>
                    <a:pt x="179932" y="40328"/>
                    <a:pt x="139604" y="1"/>
                    <a:pt x="90015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901875" y="2235400"/>
              <a:ext cx="933450" cy="1736400"/>
            </a:xfrm>
            <a:custGeom>
              <a:avLst/>
              <a:gdLst/>
              <a:ahLst/>
              <a:cxnLst/>
              <a:rect l="l" t="t" r="r" b="b"/>
              <a:pathLst>
                <a:path w="37338" h="69456" extrusionOk="0">
                  <a:moveTo>
                    <a:pt x="18668" y="1"/>
                  </a:moveTo>
                  <a:cubicBezTo>
                    <a:pt x="16719" y="1"/>
                    <a:pt x="14651" y="715"/>
                    <a:pt x="12832" y="1536"/>
                  </a:cubicBezTo>
                  <a:cubicBezTo>
                    <a:pt x="10806" y="2501"/>
                    <a:pt x="8877" y="3562"/>
                    <a:pt x="7043" y="4720"/>
                  </a:cubicBezTo>
                  <a:cubicBezTo>
                    <a:pt x="3570" y="6843"/>
                    <a:pt x="1" y="10219"/>
                    <a:pt x="579" y="14175"/>
                  </a:cubicBezTo>
                  <a:cubicBezTo>
                    <a:pt x="965" y="17069"/>
                    <a:pt x="3377" y="19095"/>
                    <a:pt x="5114" y="21411"/>
                  </a:cubicBezTo>
                  <a:cubicBezTo>
                    <a:pt x="6947" y="23823"/>
                    <a:pt x="8105" y="26717"/>
                    <a:pt x="8491" y="29708"/>
                  </a:cubicBezTo>
                  <a:cubicBezTo>
                    <a:pt x="8973" y="33567"/>
                    <a:pt x="8105" y="37812"/>
                    <a:pt x="10903" y="40803"/>
                  </a:cubicBezTo>
                  <a:cubicBezTo>
                    <a:pt x="13990" y="44083"/>
                    <a:pt x="16691" y="46206"/>
                    <a:pt x="17367" y="51030"/>
                  </a:cubicBezTo>
                  <a:cubicBezTo>
                    <a:pt x="18042" y="55564"/>
                    <a:pt x="17174" y="60195"/>
                    <a:pt x="17656" y="64729"/>
                  </a:cubicBezTo>
                  <a:cubicBezTo>
                    <a:pt x="17849" y="66370"/>
                    <a:pt x="18331" y="68203"/>
                    <a:pt x="19682" y="69071"/>
                  </a:cubicBezTo>
                  <a:cubicBezTo>
                    <a:pt x="20159" y="69336"/>
                    <a:pt x="20686" y="69455"/>
                    <a:pt x="21223" y="69455"/>
                  </a:cubicBezTo>
                  <a:cubicBezTo>
                    <a:pt x="22641" y="69455"/>
                    <a:pt x="24122" y="68621"/>
                    <a:pt x="24892" y="67431"/>
                  </a:cubicBezTo>
                  <a:cubicBezTo>
                    <a:pt x="25857" y="65694"/>
                    <a:pt x="26243" y="63668"/>
                    <a:pt x="25953" y="61739"/>
                  </a:cubicBezTo>
                  <a:cubicBezTo>
                    <a:pt x="25760" y="59713"/>
                    <a:pt x="25664" y="57686"/>
                    <a:pt x="25953" y="55757"/>
                  </a:cubicBezTo>
                  <a:cubicBezTo>
                    <a:pt x="26532" y="52380"/>
                    <a:pt x="28944" y="49679"/>
                    <a:pt x="30102" y="46495"/>
                  </a:cubicBezTo>
                  <a:cubicBezTo>
                    <a:pt x="32514" y="40224"/>
                    <a:pt x="29909" y="32216"/>
                    <a:pt x="34154" y="27007"/>
                  </a:cubicBezTo>
                  <a:cubicBezTo>
                    <a:pt x="35022" y="26138"/>
                    <a:pt x="35794" y="25270"/>
                    <a:pt x="36469" y="24209"/>
                  </a:cubicBezTo>
                  <a:cubicBezTo>
                    <a:pt x="36952" y="23147"/>
                    <a:pt x="37145" y="21990"/>
                    <a:pt x="37145" y="20735"/>
                  </a:cubicBezTo>
                  <a:cubicBezTo>
                    <a:pt x="37338" y="18131"/>
                    <a:pt x="37241" y="15043"/>
                    <a:pt x="35215" y="13403"/>
                  </a:cubicBezTo>
                  <a:cubicBezTo>
                    <a:pt x="34250" y="12728"/>
                    <a:pt x="33189" y="12245"/>
                    <a:pt x="32031" y="11859"/>
                  </a:cubicBezTo>
                  <a:cubicBezTo>
                    <a:pt x="29716" y="10895"/>
                    <a:pt x="27690" y="9255"/>
                    <a:pt x="26339" y="7036"/>
                  </a:cubicBezTo>
                  <a:cubicBezTo>
                    <a:pt x="24988" y="4913"/>
                    <a:pt x="24217" y="2405"/>
                    <a:pt x="22191" y="1054"/>
                  </a:cubicBezTo>
                  <a:cubicBezTo>
                    <a:pt x="21132" y="298"/>
                    <a:pt x="19925" y="1"/>
                    <a:pt x="18668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608575" y="1292775"/>
              <a:ext cx="262925" cy="321900"/>
            </a:xfrm>
            <a:custGeom>
              <a:avLst/>
              <a:gdLst/>
              <a:ahLst/>
              <a:cxnLst/>
              <a:rect l="l" t="t" r="r" b="b"/>
              <a:pathLst>
                <a:path w="10517" h="12876" extrusionOk="0">
                  <a:moveTo>
                    <a:pt x="8697" y="0"/>
                  </a:moveTo>
                  <a:cubicBezTo>
                    <a:pt x="8565" y="0"/>
                    <a:pt x="8431" y="23"/>
                    <a:pt x="8298" y="71"/>
                  </a:cubicBezTo>
                  <a:cubicBezTo>
                    <a:pt x="8008" y="264"/>
                    <a:pt x="7719" y="457"/>
                    <a:pt x="7429" y="843"/>
                  </a:cubicBezTo>
                  <a:cubicBezTo>
                    <a:pt x="5210" y="3062"/>
                    <a:pt x="1" y="2580"/>
                    <a:pt x="194" y="6632"/>
                  </a:cubicBezTo>
                  <a:cubicBezTo>
                    <a:pt x="267" y="8690"/>
                    <a:pt x="1964" y="12876"/>
                    <a:pt x="3921" y="12876"/>
                  </a:cubicBezTo>
                  <a:cubicBezTo>
                    <a:pt x="4532" y="12876"/>
                    <a:pt x="5169" y="12467"/>
                    <a:pt x="5789" y="11456"/>
                  </a:cubicBezTo>
                  <a:lnTo>
                    <a:pt x="9070" y="5956"/>
                  </a:lnTo>
                  <a:cubicBezTo>
                    <a:pt x="9938" y="4799"/>
                    <a:pt x="10420" y="3448"/>
                    <a:pt x="10517" y="2097"/>
                  </a:cubicBezTo>
                  <a:cubicBezTo>
                    <a:pt x="10432" y="1086"/>
                    <a:pt x="9611" y="0"/>
                    <a:pt x="869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01300" y="1118475"/>
              <a:ext cx="1073350" cy="2291375"/>
            </a:xfrm>
            <a:custGeom>
              <a:avLst/>
              <a:gdLst/>
              <a:ahLst/>
              <a:cxnLst/>
              <a:rect l="l" t="t" r="r" b="b"/>
              <a:pathLst>
                <a:path w="42934" h="91655" extrusionOk="0">
                  <a:moveTo>
                    <a:pt x="42837" y="0"/>
                  </a:moveTo>
                  <a:lnTo>
                    <a:pt x="42837" y="0"/>
                  </a:lnTo>
                  <a:cubicBezTo>
                    <a:pt x="23541" y="9648"/>
                    <a:pt x="8394" y="25857"/>
                    <a:pt x="1" y="45634"/>
                  </a:cubicBezTo>
                  <a:cubicBezTo>
                    <a:pt x="2123" y="46020"/>
                    <a:pt x="4053" y="46985"/>
                    <a:pt x="5596" y="48625"/>
                  </a:cubicBezTo>
                  <a:cubicBezTo>
                    <a:pt x="8780" y="51906"/>
                    <a:pt x="9745" y="58370"/>
                    <a:pt x="6851" y="62036"/>
                  </a:cubicBezTo>
                  <a:cubicBezTo>
                    <a:pt x="5500" y="63772"/>
                    <a:pt x="3570" y="64737"/>
                    <a:pt x="2799" y="66860"/>
                  </a:cubicBezTo>
                  <a:cubicBezTo>
                    <a:pt x="2027" y="68886"/>
                    <a:pt x="2606" y="71491"/>
                    <a:pt x="3088" y="73806"/>
                  </a:cubicBezTo>
                  <a:cubicBezTo>
                    <a:pt x="4246" y="79016"/>
                    <a:pt x="4632" y="84419"/>
                    <a:pt x="4053" y="89821"/>
                  </a:cubicBezTo>
                  <a:cubicBezTo>
                    <a:pt x="3860" y="90690"/>
                    <a:pt x="4535" y="91558"/>
                    <a:pt x="5403" y="91654"/>
                  </a:cubicBezTo>
                  <a:cubicBezTo>
                    <a:pt x="6175" y="91654"/>
                    <a:pt x="6754" y="90979"/>
                    <a:pt x="6754" y="90304"/>
                  </a:cubicBezTo>
                  <a:lnTo>
                    <a:pt x="9166" y="71008"/>
                  </a:lnTo>
                  <a:cubicBezTo>
                    <a:pt x="9263" y="70236"/>
                    <a:pt x="9455" y="69368"/>
                    <a:pt x="9745" y="68596"/>
                  </a:cubicBezTo>
                  <a:cubicBezTo>
                    <a:pt x="10710" y="66860"/>
                    <a:pt x="12639" y="66570"/>
                    <a:pt x="14279" y="65991"/>
                  </a:cubicBezTo>
                  <a:cubicBezTo>
                    <a:pt x="18621" y="64255"/>
                    <a:pt x="21419" y="58273"/>
                    <a:pt x="20454" y="52870"/>
                  </a:cubicBezTo>
                  <a:cubicBezTo>
                    <a:pt x="19875" y="49687"/>
                    <a:pt x="18138" y="46889"/>
                    <a:pt x="18235" y="43512"/>
                  </a:cubicBezTo>
                  <a:cubicBezTo>
                    <a:pt x="18138" y="42644"/>
                    <a:pt x="18331" y="41775"/>
                    <a:pt x="18621" y="41004"/>
                  </a:cubicBezTo>
                  <a:cubicBezTo>
                    <a:pt x="19551" y="39000"/>
                    <a:pt x="21119" y="38588"/>
                    <a:pt x="22693" y="38588"/>
                  </a:cubicBezTo>
                  <a:cubicBezTo>
                    <a:pt x="23241" y="38588"/>
                    <a:pt x="23790" y="38638"/>
                    <a:pt x="24313" y="38688"/>
                  </a:cubicBezTo>
                  <a:cubicBezTo>
                    <a:pt x="25671" y="38882"/>
                    <a:pt x="27060" y="39029"/>
                    <a:pt x="28443" y="39029"/>
                  </a:cubicBezTo>
                  <a:cubicBezTo>
                    <a:pt x="30498" y="39029"/>
                    <a:pt x="32540" y="38704"/>
                    <a:pt x="34443" y="37723"/>
                  </a:cubicBezTo>
                  <a:cubicBezTo>
                    <a:pt x="38013" y="35987"/>
                    <a:pt x="40232" y="32224"/>
                    <a:pt x="40135" y="28268"/>
                  </a:cubicBezTo>
                  <a:cubicBezTo>
                    <a:pt x="39942" y="25567"/>
                    <a:pt x="38592" y="23252"/>
                    <a:pt x="37820" y="20647"/>
                  </a:cubicBezTo>
                  <a:cubicBezTo>
                    <a:pt x="36566" y="16209"/>
                    <a:pt x="37145" y="11385"/>
                    <a:pt x="39460" y="7333"/>
                  </a:cubicBezTo>
                  <a:cubicBezTo>
                    <a:pt x="40907" y="5114"/>
                    <a:pt x="42933" y="2605"/>
                    <a:pt x="4283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754250" y="976175"/>
              <a:ext cx="1869275" cy="2520500"/>
            </a:xfrm>
            <a:custGeom>
              <a:avLst/>
              <a:gdLst/>
              <a:ahLst/>
              <a:cxnLst/>
              <a:rect l="l" t="t" r="r" b="b"/>
              <a:pathLst>
                <a:path w="74771" h="100820" extrusionOk="0">
                  <a:moveTo>
                    <a:pt x="10517" y="0"/>
                  </a:moveTo>
                  <a:lnTo>
                    <a:pt x="10517" y="2123"/>
                  </a:lnTo>
                  <a:cubicBezTo>
                    <a:pt x="10517" y="5982"/>
                    <a:pt x="11288" y="8973"/>
                    <a:pt x="8973" y="12349"/>
                  </a:cubicBezTo>
                  <a:cubicBezTo>
                    <a:pt x="6658" y="15726"/>
                    <a:pt x="2702" y="17270"/>
                    <a:pt x="869" y="21418"/>
                  </a:cubicBezTo>
                  <a:cubicBezTo>
                    <a:pt x="194" y="22673"/>
                    <a:pt x="1" y="24120"/>
                    <a:pt x="194" y="25567"/>
                  </a:cubicBezTo>
                  <a:cubicBezTo>
                    <a:pt x="776" y="28841"/>
                    <a:pt x="3333" y="30085"/>
                    <a:pt x="5962" y="30085"/>
                  </a:cubicBezTo>
                  <a:cubicBezTo>
                    <a:pt x="6819" y="30085"/>
                    <a:pt x="7684" y="29953"/>
                    <a:pt x="8491" y="29715"/>
                  </a:cubicBezTo>
                  <a:cubicBezTo>
                    <a:pt x="10808" y="29120"/>
                    <a:pt x="13261" y="27933"/>
                    <a:pt x="15664" y="27933"/>
                  </a:cubicBezTo>
                  <a:cubicBezTo>
                    <a:pt x="16763" y="27933"/>
                    <a:pt x="17851" y="28181"/>
                    <a:pt x="18910" y="28847"/>
                  </a:cubicBezTo>
                  <a:cubicBezTo>
                    <a:pt x="21129" y="30294"/>
                    <a:pt x="22383" y="32803"/>
                    <a:pt x="22480" y="35408"/>
                  </a:cubicBezTo>
                  <a:cubicBezTo>
                    <a:pt x="22673" y="39846"/>
                    <a:pt x="19971" y="42547"/>
                    <a:pt x="17945" y="45538"/>
                  </a:cubicBezTo>
                  <a:cubicBezTo>
                    <a:pt x="16305" y="47853"/>
                    <a:pt x="15148" y="51037"/>
                    <a:pt x="16209" y="53835"/>
                  </a:cubicBezTo>
                  <a:cubicBezTo>
                    <a:pt x="16691" y="54993"/>
                    <a:pt x="17560" y="55957"/>
                    <a:pt x="18138" y="57115"/>
                  </a:cubicBezTo>
                  <a:cubicBezTo>
                    <a:pt x="19296" y="59527"/>
                    <a:pt x="18910" y="62614"/>
                    <a:pt x="18331" y="65412"/>
                  </a:cubicBezTo>
                  <a:cubicBezTo>
                    <a:pt x="17656" y="68885"/>
                    <a:pt x="16691" y="72455"/>
                    <a:pt x="18331" y="75928"/>
                  </a:cubicBezTo>
                  <a:cubicBezTo>
                    <a:pt x="18841" y="77288"/>
                    <a:pt x="20174" y="78199"/>
                    <a:pt x="21672" y="78199"/>
                  </a:cubicBezTo>
                  <a:cubicBezTo>
                    <a:pt x="21874" y="78199"/>
                    <a:pt x="22080" y="78182"/>
                    <a:pt x="22287" y="78147"/>
                  </a:cubicBezTo>
                  <a:cubicBezTo>
                    <a:pt x="24892" y="77376"/>
                    <a:pt x="25278" y="73613"/>
                    <a:pt x="25374" y="70526"/>
                  </a:cubicBezTo>
                  <a:lnTo>
                    <a:pt x="25471" y="61071"/>
                  </a:lnTo>
                  <a:cubicBezTo>
                    <a:pt x="25471" y="59597"/>
                    <a:pt x="26449" y="58677"/>
                    <a:pt x="27446" y="58677"/>
                  </a:cubicBezTo>
                  <a:cubicBezTo>
                    <a:pt x="27950" y="58677"/>
                    <a:pt x="28459" y="58912"/>
                    <a:pt x="28847" y="59431"/>
                  </a:cubicBezTo>
                  <a:cubicBezTo>
                    <a:pt x="30584" y="61843"/>
                    <a:pt x="31742" y="64447"/>
                    <a:pt x="32321" y="67245"/>
                  </a:cubicBezTo>
                  <a:cubicBezTo>
                    <a:pt x="33092" y="71008"/>
                    <a:pt x="34733" y="74481"/>
                    <a:pt x="36952" y="77568"/>
                  </a:cubicBezTo>
                  <a:cubicBezTo>
                    <a:pt x="37241" y="78147"/>
                    <a:pt x="37627" y="78726"/>
                    <a:pt x="37820" y="79305"/>
                  </a:cubicBezTo>
                  <a:cubicBezTo>
                    <a:pt x="38688" y="81910"/>
                    <a:pt x="39074" y="84611"/>
                    <a:pt x="39074" y="87313"/>
                  </a:cubicBezTo>
                  <a:cubicBezTo>
                    <a:pt x="39171" y="91847"/>
                    <a:pt x="39364" y="96285"/>
                    <a:pt x="39460" y="100820"/>
                  </a:cubicBezTo>
                  <a:lnTo>
                    <a:pt x="73613" y="100820"/>
                  </a:lnTo>
                  <a:cubicBezTo>
                    <a:pt x="74385" y="95996"/>
                    <a:pt x="74771" y="91075"/>
                    <a:pt x="74771" y="86251"/>
                  </a:cubicBezTo>
                  <a:cubicBezTo>
                    <a:pt x="74771" y="46406"/>
                    <a:pt x="48625" y="11385"/>
                    <a:pt x="1051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</p:grpSp>
      <p:sp>
        <p:nvSpPr>
          <p:cNvPr id="15" name="Google Shape;15;p2"/>
          <p:cNvSpPr/>
          <p:nvPr/>
        </p:nvSpPr>
        <p:spPr>
          <a:xfrm>
            <a:off x="802325" y="4177400"/>
            <a:ext cx="7521900" cy="35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02325" y="1951950"/>
            <a:ext cx="7521900" cy="20967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668598" y="1124211"/>
            <a:ext cx="147102" cy="358950"/>
          </a:xfrm>
          <a:custGeom>
            <a:avLst/>
            <a:gdLst/>
            <a:ahLst/>
            <a:cxnLst/>
            <a:rect l="l" t="t" r="r" b="b"/>
            <a:pathLst>
              <a:path w="10710" h="26134" extrusionOk="0">
                <a:moveTo>
                  <a:pt x="7479" y="0"/>
                </a:moveTo>
                <a:cubicBezTo>
                  <a:pt x="6701" y="0"/>
                  <a:pt x="5951" y="199"/>
                  <a:pt x="5307" y="557"/>
                </a:cubicBezTo>
                <a:cubicBezTo>
                  <a:pt x="3474" y="1521"/>
                  <a:pt x="2316" y="4705"/>
                  <a:pt x="2220" y="6731"/>
                </a:cubicBezTo>
                <a:cubicBezTo>
                  <a:pt x="2220" y="7792"/>
                  <a:pt x="2316" y="8854"/>
                  <a:pt x="2509" y="9915"/>
                </a:cubicBezTo>
                <a:cubicBezTo>
                  <a:pt x="2799" y="13967"/>
                  <a:pt x="2220" y="18115"/>
                  <a:pt x="773" y="21975"/>
                </a:cubicBezTo>
                <a:cubicBezTo>
                  <a:pt x="194" y="23229"/>
                  <a:pt x="1" y="24676"/>
                  <a:pt x="194" y="26123"/>
                </a:cubicBezTo>
                <a:cubicBezTo>
                  <a:pt x="271" y="26130"/>
                  <a:pt x="349" y="26134"/>
                  <a:pt x="426" y="26134"/>
                </a:cubicBezTo>
                <a:cubicBezTo>
                  <a:pt x="1408" y="26134"/>
                  <a:pt x="2366" y="25577"/>
                  <a:pt x="2992" y="24772"/>
                </a:cubicBezTo>
                <a:cubicBezTo>
                  <a:pt x="4053" y="23422"/>
                  <a:pt x="4728" y="21782"/>
                  <a:pt x="5018" y="20142"/>
                </a:cubicBezTo>
                <a:cubicBezTo>
                  <a:pt x="5018" y="19273"/>
                  <a:pt x="5211" y="18405"/>
                  <a:pt x="5500" y="17633"/>
                </a:cubicBezTo>
                <a:cubicBezTo>
                  <a:pt x="6272" y="16379"/>
                  <a:pt x="7912" y="16089"/>
                  <a:pt x="9070" y="15221"/>
                </a:cubicBezTo>
                <a:cubicBezTo>
                  <a:pt x="9745" y="14739"/>
                  <a:pt x="10324" y="13967"/>
                  <a:pt x="10710" y="13099"/>
                </a:cubicBezTo>
                <a:cubicBezTo>
                  <a:pt x="10227" y="8757"/>
                  <a:pt x="9456" y="4319"/>
                  <a:pt x="8298" y="74"/>
                </a:cubicBezTo>
                <a:cubicBezTo>
                  <a:pt x="8024" y="24"/>
                  <a:pt x="7750" y="0"/>
                  <a:pt x="74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 hasCustomPrompt="1"/>
          </p:nvPr>
        </p:nvSpPr>
        <p:spPr>
          <a:xfrm>
            <a:off x="1081699" y="1886013"/>
            <a:ext cx="698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s-ES" dirty="0"/>
              <a:t>BreathTakingTravels</a:t>
            </a: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319425" y="4142988"/>
            <a:ext cx="4487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0" name="Google Shape;20;p2"/>
          <p:cNvSpPr/>
          <p:nvPr/>
        </p:nvSpPr>
        <p:spPr>
          <a:xfrm>
            <a:off x="6093045" y="1171822"/>
            <a:ext cx="1770644" cy="685785"/>
          </a:xfrm>
          <a:custGeom>
            <a:avLst/>
            <a:gdLst/>
            <a:ahLst/>
            <a:cxnLst/>
            <a:rect l="l" t="t" r="r" b="b"/>
            <a:pathLst>
              <a:path w="151954" h="58853" fill="none" extrusionOk="0">
                <a:moveTo>
                  <a:pt x="135359" y="1"/>
                </a:moveTo>
                <a:cubicBezTo>
                  <a:pt x="143077" y="1351"/>
                  <a:pt x="147998" y="4053"/>
                  <a:pt x="148962" y="7912"/>
                </a:cubicBezTo>
                <a:cubicBezTo>
                  <a:pt x="151953" y="19586"/>
                  <a:pt x="118765" y="38013"/>
                  <a:pt x="74964" y="49011"/>
                </a:cubicBezTo>
                <a:cubicBezTo>
                  <a:pt x="43126" y="57019"/>
                  <a:pt x="14472" y="58852"/>
                  <a:pt x="1" y="54897"/>
                </a:cubicBezTo>
              </a:path>
            </a:pathLst>
          </a:custGeom>
          <a:noFill/>
          <a:ln w="19050" cap="rnd" cmpd="sng">
            <a:solidFill>
              <a:srgbClr val="FFFFFF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143542" y="1423124"/>
            <a:ext cx="392363" cy="400065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540000" y="481140"/>
            <a:ext cx="1860368" cy="362222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2347558" y="1201722"/>
            <a:ext cx="1246032" cy="252504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371687" y="330275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flipH="1">
            <a:off x="972623" y="4241845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4292100" y="1757375"/>
            <a:ext cx="4311900" cy="1803300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567425" y="1589200"/>
            <a:ext cx="3950400" cy="21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4567425" y="847163"/>
            <a:ext cx="12399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4567425" y="3807025"/>
            <a:ext cx="3019200" cy="48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 rot="132724" flipH="1">
            <a:off x="-2261898" y="1863548"/>
            <a:ext cx="12340783" cy="5765311"/>
          </a:xfrm>
          <a:custGeom>
            <a:avLst/>
            <a:gdLst/>
            <a:ahLst/>
            <a:cxnLst/>
            <a:rect l="l" t="t" r="r" b="b"/>
            <a:pathLst>
              <a:path w="493609" h="230602" extrusionOk="0">
                <a:moveTo>
                  <a:pt x="10990" y="144020"/>
                </a:moveTo>
                <a:cubicBezTo>
                  <a:pt x="32072" y="135384"/>
                  <a:pt x="109669" y="112651"/>
                  <a:pt x="148150" y="115064"/>
                </a:cubicBezTo>
                <a:cubicBezTo>
                  <a:pt x="186631" y="117477"/>
                  <a:pt x="208094" y="159133"/>
                  <a:pt x="241876" y="158498"/>
                </a:cubicBezTo>
                <a:cubicBezTo>
                  <a:pt x="275658" y="157863"/>
                  <a:pt x="332046" y="129923"/>
                  <a:pt x="350842" y="111254"/>
                </a:cubicBezTo>
                <a:cubicBezTo>
                  <a:pt x="369638" y="92585"/>
                  <a:pt x="337761" y="64010"/>
                  <a:pt x="354652" y="46484"/>
                </a:cubicBezTo>
                <a:cubicBezTo>
                  <a:pt x="371543" y="28958"/>
                  <a:pt x="430725" y="-16254"/>
                  <a:pt x="452188" y="6098"/>
                </a:cubicBezTo>
                <a:cubicBezTo>
                  <a:pt x="473651" y="28450"/>
                  <a:pt x="511878" y="149989"/>
                  <a:pt x="483430" y="180596"/>
                </a:cubicBezTo>
                <a:cubicBezTo>
                  <a:pt x="454982" y="211203"/>
                  <a:pt x="341063" y="181485"/>
                  <a:pt x="281500" y="189740"/>
                </a:cubicBezTo>
                <a:cubicBezTo>
                  <a:pt x="221937" y="197995"/>
                  <a:pt x="169359" y="233936"/>
                  <a:pt x="126052" y="230126"/>
                </a:cubicBezTo>
                <a:cubicBezTo>
                  <a:pt x="82745" y="226316"/>
                  <a:pt x="40835" y="181231"/>
                  <a:pt x="21658" y="166880"/>
                </a:cubicBezTo>
                <a:cubicBezTo>
                  <a:pt x="2481" y="152529"/>
                  <a:pt x="-10092" y="152656"/>
                  <a:pt x="10990" y="14402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7" name="Google Shape;47;p5"/>
          <p:cNvSpPr/>
          <p:nvPr/>
        </p:nvSpPr>
        <p:spPr>
          <a:xfrm rot="10372268" flipH="1">
            <a:off x="6773787" y="4585747"/>
            <a:ext cx="517520" cy="527679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9144000" cy="1139100"/>
          </a:xfrm>
          <a:prstGeom prst="round2SameRect">
            <a:avLst>
              <a:gd name="adj1" fmla="val 3851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458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0" y="0"/>
            <a:ext cx="9144000" cy="1139100"/>
          </a:xfrm>
          <a:prstGeom prst="round2SameRect">
            <a:avLst>
              <a:gd name="adj1" fmla="val 3851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3154680" y="1377850"/>
            <a:ext cx="5247295" cy="1043400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 hasCustomPrompt="1"/>
          </p:nvPr>
        </p:nvSpPr>
        <p:spPr>
          <a:xfrm>
            <a:off x="3327547" y="1635700"/>
            <a:ext cx="5689305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lt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s-ES" sz="2400" dirty="0">
                <a:latin typeface="+mj-lt"/>
              </a:rPr>
              <a:t>Descripción general de la idea </a:t>
            </a:r>
            <a:endParaRPr dirty="0"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 hasCustomPrompt="1"/>
          </p:nvPr>
        </p:nvSpPr>
        <p:spPr>
          <a:xfrm>
            <a:off x="4239450" y="2521963"/>
            <a:ext cx="3865500" cy="13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+mn-l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s-ES" dirty="0"/>
              <a:t>Pepe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CUSTOM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0"/>
            <a:ext cx="9144000" cy="1139100"/>
          </a:xfrm>
          <a:prstGeom prst="round2SameRect">
            <a:avLst>
              <a:gd name="adj1" fmla="val 3851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403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CUSTOM_3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2200500" y="1377850"/>
            <a:ext cx="4743000" cy="1043400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 flipH="1">
            <a:off x="2247900" y="1635688"/>
            <a:ext cx="464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 flipH="1">
            <a:off x="2639250" y="2508513"/>
            <a:ext cx="3865500" cy="13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-1151049" y="1390607"/>
            <a:ext cx="12340225" cy="5765050"/>
          </a:xfrm>
          <a:custGeom>
            <a:avLst/>
            <a:gdLst/>
            <a:ahLst/>
            <a:cxnLst/>
            <a:rect l="l" t="t" r="r" b="b"/>
            <a:pathLst>
              <a:path w="493609" h="230602" extrusionOk="0">
                <a:moveTo>
                  <a:pt x="10990" y="144020"/>
                </a:moveTo>
                <a:cubicBezTo>
                  <a:pt x="32072" y="135384"/>
                  <a:pt x="109669" y="112651"/>
                  <a:pt x="148150" y="115064"/>
                </a:cubicBezTo>
                <a:cubicBezTo>
                  <a:pt x="186631" y="117477"/>
                  <a:pt x="208094" y="159133"/>
                  <a:pt x="241876" y="158498"/>
                </a:cubicBezTo>
                <a:cubicBezTo>
                  <a:pt x="275658" y="157863"/>
                  <a:pt x="332046" y="129923"/>
                  <a:pt x="350842" y="111254"/>
                </a:cubicBezTo>
                <a:cubicBezTo>
                  <a:pt x="369638" y="92585"/>
                  <a:pt x="337761" y="64010"/>
                  <a:pt x="354652" y="46484"/>
                </a:cubicBezTo>
                <a:cubicBezTo>
                  <a:pt x="371543" y="28958"/>
                  <a:pt x="430725" y="-16254"/>
                  <a:pt x="452188" y="6098"/>
                </a:cubicBezTo>
                <a:cubicBezTo>
                  <a:pt x="473651" y="28450"/>
                  <a:pt x="511878" y="149989"/>
                  <a:pt x="483430" y="180596"/>
                </a:cubicBezTo>
                <a:cubicBezTo>
                  <a:pt x="454982" y="211203"/>
                  <a:pt x="341063" y="181485"/>
                  <a:pt x="281500" y="189740"/>
                </a:cubicBezTo>
                <a:cubicBezTo>
                  <a:pt x="221937" y="197995"/>
                  <a:pt x="169359" y="233936"/>
                  <a:pt x="126052" y="230126"/>
                </a:cubicBezTo>
                <a:cubicBezTo>
                  <a:pt x="82745" y="226316"/>
                  <a:pt x="40835" y="181231"/>
                  <a:pt x="21658" y="166880"/>
                </a:cubicBezTo>
                <a:cubicBezTo>
                  <a:pt x="2481" y="152529"/>
                  <a:pt x="-10092" y="152656"/>
                  <a:pt x="10990" y="14402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9" name="Google Shape;129;p15"/>
          <p:cNvSpPr/>
          <p:nvPr/>
        </p:nvSpPr>
        <p:spPr>
          <a:xfrm rot="-1216281">
            <a:off x="7342679" y="3896162"/>
            <a:ext cx="517520" cy="527679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130681" y="175422"/>
            <a:ext cx="1656370" cy="1656370"/>
            <a:chOff x="2085525" y="4992125"/>
            <a:chExt cx="481825" cy="481825"/>
          </a:xfrm>
          <a:solidFill>
            <a:srgbClr val="FF0000"/>
          </a:solidFill>
        </p:grpSpPr>
        <p:sp>
          <p:nvSpPr>
            <p:cNvPr id="131" name="Google Shape;131;p15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3" userDrawn="1">
  <p:cSld name="CUSTOM_3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1263741" y="1693900"/>
            <a:ext cx="3099141" cy="670364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7"/>
          <p:cNvSpPr txBox="1">
            <a:spLocks noGrp="1"/>
          </p:cNvSpPr>
          <p:nvPr>
            <p:ph type="title" hasCustomPrompt="1"/>
          </p:nvPr>
        </p:nvSpPr>
        <p:spPr>
          <a:xfrm flipH="1">
            <a:off x="489211" y="1765232"/>
            <a:ext cx="464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lt1"/>
                </a:solidFill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s-ES" dirty="0"/>
              <a:t>Base de datos</a:t>
            </a:r>
            <a:endParaRPr dirty="0"/>
          </a:p>
        </p:txBody>
      </p:sp>
      <p:sp>
        <p:nvSpPr>
          <p:cNvPr id="147" name="Google Shape;147;p17"/>
          <p:cNvSpPr/>
          <p:nvPr/>
        </p:nvSpPr>
        <p:spPr>
          <a:xfrm>
            <a:off x="-2959298" y="1618853"/>
            <a:ext cx="13294725" cy="6322425"/>
          </a:xfrm>
          <a:custGeom>
            <a:avLst/>
            <a:gdLst/>
            <a:ahLst/>
            <a:cxnLst/>
            <a:rect l="l" t="t" r="r" b="b"/>
            <a:pathLst>
              <a:path w="531789" h="252897" extrusionOk="0">
                <a:moveTo>
                  <a:pt x="502420" y="77740"/>
                </a:moveTo>
                <a:cubicBezTo>
                  <a:pt x="478544" y="78375"/>
                  <a:pt x="423680" y="100346"/>
                  <a:pt x="388120" y="118126"/>
                </a:cubicBezTo>
                <a:cubicBezTo>
                  <a:pt x="352560" y="135906"/>
                  <a:pt x="318651" y="189754"/>
                  <a:pt x="289060" y="184420"/>
                </a:cubicBezTo>
                <a:cubicBezTo>
                  <a:pt x="259469" y="179086"/>
                  <a:pt x="231402" y="101108"/>
                  <a:pt x="210574" y="86122"/>
                </a:cubicBezTo>
                <a:cubicBezTo>
                  <a:pt x="189746" y="71136"/>
                  <a:pt x="181491" y="108855"/>
                  <a:pt x="164092" y="94504"/>
                </a:cubicBezTo>
                <a:cubicBezTo>
                  <a:pt x="146693" y="80153"/>
                  <a:pt x="133485" y="-238"/>
                  <a:pt x="106180" y="16"/>
                </a:cubicBezTo>
                <a:cubicBezTo>
                  <a:pt x="78875" y="270"/>
                  <a:pt x="-3929" y="57039"/>
                  <a:pt x="262" y="96028"/>
                </a:cubicBezTo>
                <a:cubicBezTo>
                  <a:pt x="4453" y="135017"/>
                  <a:pt x="86114" y="208677"/>
                  <a:pt x="131326" y="233950"/>
                </a:cubicBezTo>
                <a:cubicBezTo>
                  <a:pt x="176538" y="259223"/>
                  <a:pt x="211336" y="253889"/>
                  <a:pt x="271534" y="247666"/>
                </a:cubicBezTo>
                <a:cubicBezTo>
                  <a:pt x="331732" y="241443"/>
                  <a:pt x="449207" y="218837"/>
                  <a:pt x="492514" y="196612"/>
                </a:cubicBezTo>
                <a:cubicBezTo>
                  <a:pt x="535821" y="174387"/>
                  <a:pt x="529725" y="134128"/>
                  <a:pt x="531376" y="114316"/>
                </a:cubicBezTo>
                <a:cubicBezTo>
                  <a:pt x="533027" y="94504"/>
                  <a:pt x="526296" y="77105"/>
                  <a:pt x="502420" y="7774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 rot="10800000" flipH="1">
            <a:off x="-1944489" y="-231378"/>
            <a:ext cx="11931050" cy="6619875"/>
          </a:xfrm>
          <a:custGeom>
            <a:avLst/>
            <a:gdLst/>
            <a:ahLst/>
            <a:cxnLst/>
            <a:rect l="l" t="t" r="r" b="b"/>
            <a:pathLst>
              <a:path w="477242" h="264795" extrusionOk="0">
                <a:moveTo>
                  <a:pt x="49586" y="111"/>
                </a:moveTo>
                <a:cubicBezTo>
                  <a:pt x="66477" y="1000"/>
                  <a:pt x="79050" y="79867"/>
                  <a:pt x="104450" y="95361"/>
                </a:cubicBezTo>
                <a:cubicBezTo>
                  <a:pt x="129850" y="110855"/>
                  <a:pt x="169093" y="96885"/>
                  <a:pt x="201986" y="93075"/>
                </a:cubicBezTo>
                <a:cubicBezTo>
                  <a:pt x="234879" y="89265"/>
                  <a:pt x="266629" y="63865"/>
                  <a:pt x="301808" y="72501"/>
                </a:cubicBezTo>
                <a:cubicBezTo>
                  <a:pt x="336987" y="81137"/>
                  <a:pt x="383850" y="125206"/>
                  <a:pt x="413060" y="144891"/>
                </a:cubicBezTo>
                <a:cubicBezTo>
                  <a:pt x="442270" y="164576"/>
                  <a:pt x="478465" y="175244"/>
                  <a:pt x="477068" y="190611"/>
                </a:cubicBezTo>
                <a:cubicBezTo>
                  <a:pt x="475671" y="205978"/>
                  <a:pt x="436047" y="224774"/>
                  <a:pt x="404678" y="237093"/>
                </a:cubicBezTo>
                <a:cubicBezTo>
                  <a:pt x="373309" y="249412"/>
                  <a:pt x="318445" y="266684"/>
                  <a:pt x="288854" y="264525"/>
                </a:cubicBezTo>
                <a:cubicBezTo>
                  <a:pt x="259263" y="262366"/>
                  <a:pt x="252024" y="231632"/>
                  <a:pt x="227132" y="224139"/>
                </a:cubicBezTo>
                <a:cubicBezTo>
                  <a:pt x="202240" y="216646"/>
                  <a:pt x="164394" y="213217"/>
                  <a:pt x="139502" y="219567"/>
                </a:cubicBezTo>
                <a:cubicBezTo>
                  <a:pt x="114610" y="225917"/>
                  <a:pt x="98862" y="262874"/>
                  <a:pt x="77780" y="262239"/>
                </a:cubicBezTo>
                <a:cubicBezTo>
                  <a:pt x="56698" y="261604"/>
                  <a:pt x="25456" y="244459"/>
                  <a:pt x="13010" y="215757"/>
                </a:cubicBezTo>
                <a:cubicBezTo>
                  <a:pt x="564" y="187055"/>
                  <a:pt x="-2992" y="125968"/>
                  <a:pt x="3104" y="90027"/>
                </a:cubicBezTo>
                <a:cubicBezTo>
                  <a:pt x="9200" y="54086"/>
                  <a:pt x="32695" y="-778"/>
                  <a:pt x="49586" y="11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97" name="Google Shape;197;p21"/>
          <p:cNvSpPr/>
          <p:nvPr/>
        </p:nvSpPr>
        <p:spPr>
          <a:xfrm>
            <a:off x="4527800" y="917425"/>
            <a:ext cx="3821100" cy="326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667400" y="1896588"/>
            <a:ext cx="2018650" cy="652200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title" hasCustomPrompt="1"/>
          </p:nvPr>
        </p:nvSpPr>
        <p:spPr>
          <a:xfrm flipH="1">
            <a:off x="795100" y="1958838"/>
            <a:ext cx="3497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  <a:latin typeface="+mj-l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s-ES" dirty="0"/>
              <a:t>Tecnologías</a:t>
            </a:r>
            <a:endParaRPr dirty="0"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 flipH="1">
            <a:off x="882700" y="2594713"/>
            <a:ext cx="27609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_2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/>
          <p:nvPr/>
        </p:nvSpPr>
        <p:spPr>
          <a:xfrm>
            <a:off x="0" y="0"/>
            <a:ext cx="9144000" cy="1139100"/>
          </a:xfrm>
          <a:prstGeom prst="round2SameRect">
            <a:avLst>
              <a:gd name="adj1" fmla="val 3851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08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subTitle" idx="1"/>
          </p:nvPr>
        </p:nvSpPr>
        <p:spPr>
          <a:xfrm>
            <a:off x="866413" y="2004550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subTitle" idx="2"/>
          </p:nvPr>
        </p:nvSpPr>
        <p:spPr>
          <a:xfrm>
            <a:off x="831700" y="2339450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2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subTitle" idx="3"/>
          </p:nvPr>
        </p:nvSpPr>
        <p:spPr>
          <a:xfrm>
            <a:off x="3653138" y="2004550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subTitle" idx="4"/>
          </p:nvPr>
        </p:nvSpPr>
        <p:spPr>
          <a:xfrm>
            <a:off x="3618375" y="2339450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5"/>
          </p:nvPr>
        </p:nvSpPr>
        <p:spPr>
          <a:xfrm>
            <a:off x="6442338" y="2004550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subTitle" idx="6"/>
          </p:nvPr>
        </p:nvSpPr>
        <p:spPr>
          <a:xfrm>
            <a:off x="6407575" y="2339450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subTitle" idx="7"/>
          </p:nvPr>
        </p:nvSpPr>
        <p:spPr>
          <a:xfrm>
            <a:off x="866413" y="3739075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subTitle" idx="8"/>
          </p:nvPr>
        </p:nvSpPr>
        <p:spPr>
          <a:xfrm>
            <a:off x="831700" y="4073975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2"/>
          <p:cNvSpPr txBox="1">
            <a:spLocks noGrp="1"/>
          </p:cNvSpPr>
          <p:nvPr>
            <p:ph type="subTitle" idx="9"/>
          </p:nvPr>
        </p:nvSpPr>
        <p:spPr>
          <a:xfrm>
            <a:off x="3653138" y="3739075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subTitle" idx="13"/>
          </p:nvPr>
        </p:nvSpPr>
        <p:spPr>
          <a:xfrm>
            <a:off x="3618375" y="4073975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ubTitle" idx="14"/>
          </p:nvPr>
        </p:nvSpPr>
        <p:spPr>
          <a:xfrm>
            <a:off x="6442338" y="3739075"/>
            <a:ext cx="18351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b="1">
                <a:solidFill>
                  <a:schemeClr val="accent3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subTitle" idx="15"/>
          </p:nvPr>
        </p:nvSpPr>
        <p:spPr>
          <a:xfrm>
            <a:off x="6407575" y="4073975"/>
            <a:ext cx="19071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userDrawn="1">
  <p:cSld name="CUSTOM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-603260" y="-214188"/>
            <a:ext cx="10641625" cy="5639800"/>
          </a:xfrm>
          <a:custGeom>
            <a:avLst/>
            <a:gdLst/>
            <a:ahLst/>
            <a:cxnLst/>
            <a:rect l="l" t="t" r="r" b="b"/>
            <a:pathLst>
              <a:path w="425665" h="225592" extrusionOk="0">
                <a:moveTo>
                  <a:pt x="7224" y="214021"/>
                </a:moveTo>
                <a:cubicBezTo>
                  <a:pt x="-27878" y="197067"/>
                  <a:pt x="76568" y="137466"/>
                  <a:pt x="82872" y="116023"/>
                </a:cubicBezTo>
                <a:cubicBezTo>
                  <a:pt x="89176" y="94580"/>
                  <a:pt x="40129" y="98304"/>
                  <a:pt x="45048" y="85362"/>
                </a:cubicBezTo>
                <a:cubicBezTo>
                  <a:pt x="49967" y="72420"/>
                  <a:pt x="67971" y="41617"/>
                  <a:pt x="112386" y="38369"/>
                </a:cubicBezTo>
                <a:cubicBezTo>
                  <a:pt x="156801" y="35122"/>
                  <a:pt x="276912" y="68647"/>
                  <a:pt x="311536" y="65877"/>
                </a:cubicBezTo>
                <a:cubicBezTo>
                  <a:pt x="346160" y="63107"/>
                  <a:pt x="306044" y="31062"/>
                  <a:pt x="320132" y="21749"/>
                </a:cubicBezTo>
                <a:cubicBezTo>
                  <a:pt x="334221" y="12436"/>
                  <a:pt x="378827" y="-14355"/>
                  <a:pt x="396067" y="10001"/>
                </a:cubicBezTo>
                <a:cubicBezTo>
                  <a:pt x="413308" y="34358"/>
                  <a:pt x="431933" y="142768"/>
                  <a:pt x="423575" y="167888"/>
                </a:cubicBezTo>
                <a:cubicBezTo>
                  <a:pt x="415217" y="193009"/>
                  <a:pt x="367603" y="152414"/>
                  <a:pt x="345921" y="160724"/>
                </a:cubicBezTo>
                <a:cubicBezTo>
                  <a:pt x="324239" y="169034"/>
                  <a:pt x="349933" y="208864"/>
                  <a:pt x="293483" y="217747"/>
                </a:cubicBezTo>
                <a:cubicBezTo>
                  <a:pt x="237034" y="226630"/>
                  <a:pt x="42326" y="230975"/>
                  <a:pt x="7224" y="21402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49" name="Google Shape;249;p25"/>
          <p:cNvSpPr txBox="1">
            <a:spLocks noGrp="1"/>
          </p:cNvSpPr>
          <p:nvPr>
            <p:ph type="title" hasCustomPrompt="1"/>
          </p:nvPr>
        </p:nvSpPr>
        <p:spPr>
          <a:xfrm>
            <a:off x="2938205" y="812500"/>
            <a:ext cx="3267600" cy="7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s-ES" dirty="0"/>
              <a:t>DD</a:t>
            </a:r>
            <a:endParaRPr dirty="0"/>
          </a:p>
        </p:txBody>
      </p:sp>
      <p:sp>
        <p:nvSpPr>
          <p:cNvPr id="253" name="Google Shape;253;p25"/>
          <p:cNvSpPr/>
          <p:nvPr/>
        </p:nvSpPr>
        <p:spPr>
          <a:xfrm>
            <a:off x="2836800" y="672250"/>
            <a:ext cx="3611100" cy="1000800"/>
          </a:xfrm>
          <a:prstGeom prst="roundRect">
            <a:avLst>
              <a:gd name="adj" fmla="val 3722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5"/>
          <p:cNvSpPr/>
          <p:nvPr/>
        </p:nvSpPr>
        <p:spPr>
          <a:xfrm rot="-1700808">
            <a:off x="912160" y="2481273"/>
            <a:ext cx="808811" cy="824688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>
            <a:off x="7184356" y="3245278"/>
            <a:ext cx="1640501" cy="1457144"/>
            <a:chOff x="6644304" y="3073628"/>
            <a:chExt cx="576302" cy="511871"/>
          </a:xfrm>
        </p:grpSpPr>
        <p:sp>
          <p:nvSpPr>
            <p:cNvPr id="256" name="Google Shape;256;p25"/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chemeClr val="tx2">
                <a:lumMod val="2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57" name="Google Shape;257;p25"/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258" name="Google Shape;258;p25"/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5"/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5"/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3" name="Google Shape;263;p25"/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5"/>
          <p:cNvSpPr/>
          <p:nvPr/>
        </p:nvSpPr>
        <p:spPr>
          <a:xfrm flipH="1">
            <a:off x="7842656" y="2658679"/>
            <a:ext cx="323921" cy="476671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userDrawn="1">
  <p:cSld name="CUSTOM_8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/>
          <p:nvPr/>
        </p:nvSpPr>
        <p:spPr>
          <a:xfrm rot="10800000" flipH="1">
            <a:off x="-603260" y="-214188"/>
            <a:ext cx="10641625" cy="5639800"/>
          </a:xfrm>
          <a:custGeom>
            <a:avLst/>
            <a:gdLst/>
            <a:ahLst/>
            <a:cxnLst/>
            <a:rect l="l" t="t" r="r" b="b"/>
            <a:pathLst>
              <a:path w="425665" h="225592" extrusionOk="0">
                <a:moveTo>
                  <a:pt x="7224" y="214021"/>
                </a:moveTo>
                <a:cubicBezTo>
                  <a:pt x="-27878" y="197067"/>
                  <a:pt x="76568" y="137466"/>
                  <a:pt x="82872" y="116023"/>
                </a:cubicBezTo>
                <a:cubicBezTo>
                  <a:pt x="89176" y="94580"/>
                  <a:pt x="40129" y="98304"/>
                  <a:pt x="45048" y="85362"/>
                </a:cubicBezTo>
                <a:cubicBezTo>
                  <a:pt x="49967" y="72420"/>
                  <a:pt x="67971" y="41617"/>
                  <a:pt x="112386" y="38369"/>
                </a:cubicBezTo>
                <a:cubicBezTo>
                  <a:pt x="156801" y="35122"/>
                  <a:pt x="276912" y="68647"/>
                  <a:pt x="311536" y="65877"/>
                </a:cubicBezTo>
                <a:cubicBezTo>
                  <a:pt x="346160" y="63107"/>
                  <a:pt x="306044" y="31062"/>
                  <a:pt x="320132" y="21749"/>
                </a:cubicBezTo>
                <a:cubicBezTo>
                  <a:pt x="334221" y="12436"/>
                  <a:pt x="378827" y="-14355"/>
                  <a:pt x="396067" y="10001"/>
                </a:cubicBezTo>
                <a:cubicBezTo>
                  <a:pt x="413308" y="34358"/>
                  <a:pt x="431933" y="142768"/>
                  <a:pt x="423575" y="167888"/>
                </a:cubicBezTo>
                <a:cubicBezTo>
                  <a:pt x="415217" y="193009"/>
                  <a:pt x="367603" y="152414"/>
                  <a:pt x="345921" y="160724"/>
                </a:cubicBezTo>
                <a:cubicBezTo>
                  <a:pt x="324239" y="169034"/>
                  <a:pt x="349933" y="208864"/>
                  <a:pt x="293483" y="217747"/>
                </a:cubicBezTo>
                <a:cubicBezTo>
                  <a:pt x="237034" y="226630"/>
                  <a:pt x="42326" y="230975"/>
                  <a:pt x="7224" y="21402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91" name="Google Shape;291;p27"/>
          <p:cNvSpPr/>
          <p:nvPr/>
        </p:nvSpPr>
        <p:spPr>
          <a:xfrm rot="-9099192" flipH="1">
            <a:off x="912160" y="1905462"/>
            <a:ext cx="808811" cy="824688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167329" y="2219246"/>
            <a:ext cx="1727460" cy="17964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0" y="0"/>
            <a:ext cx="9144000" cy="1139100"/>
          </a:xfrm>
          <a:prstGeom prst="round2SameRect">
            <a:avLst>
              <a:gd name="adj1" fmla="val 3851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"/>
          <p:cNvSpPr/>
          <p:nvPr/>
        </p:nvSpPr>
        <p:spPr>
          <a:xfrm flipH="1">
            <a:off x="7088478" y="333147"/>
            <a:ext cx="1276119" cy="248466"/>
          </a:xfrm>
          <a:custGeom>
            <a:avLst/>
            <a:gdLst/>
            <a:ahLst/>
            <a:cxnLst/>
            <a:rect l="l" t="t" r="r" b="b"/>
            <a:pathLst>
              <a:path w="61940" h="12060" extrusionOk="0">
                <a:moveTo>
                  <a:pt x="31646" y="0"/>
                </a:moveTo>
                <a:cubicBezTo>
                  <a:pt x="25375" y="0"/>
                  <a:pt x="20068" y="2991"/>
                  <a:pt x="17849" y="7332"/>
                </a:cubicBezTo>
                <a:cubicBezTo>
                  <a:pt x="16113" y="6946"/>
                  <a:pt x="14280" y="6657"/>
                  <a:pt x="12447" y="6657"/>
                </a:cubicBezTo>
                <a:cubicBezTo>
                  <a:pt x="6561" y="6657"/>
                  <a:pt x="1545" y="8972"/>
                  <a:pt x="1" y="12060"/>
                </a:cubicBezTo>
                <a:lnTo>
                  <a:pt x="61940" y="12060"/>
                </a:lnTo>
                <a:cubicBezTo>
                  <a:pt x="60782" y="8972"/>
                  <a:pt x="56826" y="6657"/>
                  <a:pt x="52002" y="6657"/>
                </a:cubicBezTo>
                <a:cubicBezTo>
                  <a:pt x="49880" y="6657"/>
                  <a:pt x="47661" y="7236"/>
                  <a:pt x="45731" y="8201"/>
                </a:cubicBezTo>
                <a:cubicBezTo>
                  <a:pt x="43802" y="3473"/>
                  <a:pt x="38206" y="0"/>
                  <a:pt x="316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/>
          <p:nvPr/>
        </p:nvSpPr>
        <p:spPr>
          <a:xfrm flipH="1">
            <a:off x="5990173" y="725539"/>
            <a:ext cx="854715" cy="173205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99;p28">
            <a:extLst>
              <a:ext uri="{FF2B5EF4-FFF2-40B4-BE49-F238E27FC236}">
                <a16:creationId xmlns:a16="http://schemas.microsoft.com/office/drawing/2014/main" id="{7B16665A-A13A-93D3-270C-F91CC2660FFF}"/>
              </a:ext>
            </a:extLst>
          </p:cNvPr>
          <p:cNvSpPr/>
          <p:nvPr userDrawn="1"/>
        </p:nvSpPr>
        <p:spPr>
          <a:xfrm>
            <a:off x="1937977" y="2219246"/>
            <a:ext cx="1727460" cy="17964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9;p28">
            <a:extLst>
              <a:ext uri="{FF2B5EF4-FFF2-40B4-BE49-F238E27FC236}">
                <a16:creationId xmlns:a16="http://schemas.microsoft.com/office/drawing/2014/main" id="{BEA66495-066B-C3E2-8B45-D3AF173C52F6}"/>
              </a:ext>
            </a:extLst>
          </p:cNvPr>
          <p:cNvSpPr/>
          <p:nvPr userDrawn="1"/>
        </p:nvSpPr>
        <p:spPr>
          <a:xfrm>
            <a:off x="3707915" y="2219246"/>
            <a:ext cx="1727460" cy="17964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9;p28">
            <a:extLst>
              <a:ext uri="{FF2B5EF4-FFF2-40B4-BE49-F238E27FC236}">
                <a16:creationId xmlns:a16="http://schemas.microsoft.com/office/drawing/2014/main" id="{62A41F41-9EFA-9A32-C8E1-EF7DD2FB5C2D}"/>
              </a:ext>
            </a:extLst>
          </p:cNvPr>
          <p:cNvSpPr/>
          <p:nvPr userDrawn="1"/>
        </p:nvSpPr>
        <p:spPr>
          <a:xfrm>
            <a:off x="5478563" y="2219246"/>
            <a:ext cx="1727460" cy="17964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99;p28">
            <a:extLst>
              <a:ext uri="{FF2B5EF4-FFF2-40B4-BE49-F238E27FC236}">
                <a16:creationId xmlns:a16="http://schemas.microsoft.com/office/drawing/2014/main" id="{C94D293C-9547-DA4F-499B-FD108D14EF65}"/>
              </a:ext>
            </a:extLst>
          </p:cNvPr>
          <p:cNvSpPr/>
          <p:nvPr userDrawn="1"/>
        </p:nvSpPr>
        <p:spPr>
          <a:xfrm>
            <a:off x="7249211" y="2219246"/>
            <a:ext cx="1727460" cy="179649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 userDrawn="1">
  <p:cSld name="CUSTOM_8_1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/>
          <p:nvPr/>
        </p:nvSpPr>
        <p:spPr>
          <a:xfrm>
            <a:off x="-542973" y="-643684"/>
            <a:ext cx="9131300" cy="5139925"/>
          </a:xfrm>
          <a:custGeom>
            <a:avLst/>
            <a:gdLst/>
            <a:ahLst/>
            <a:cxnLst/>
            <a:rect l="l" t="t" r="r" b="b"/>
            <a:pathLst>
              <a:path w="365252" h="205597" extrusionOk="0">
                <a:moveTo>
                  <a:pt x="10457" y="53490"/>
                </a:moveTo>
                <a:cubicBezTo>
                  <a:pt x="17507" y="72947"/>
                  <a:pt x="21445" y="125824"/>
                  <a:pt x="50012" y="141390"/>
                </a:cubicBezTo>
                <a:cubicBezTo>
                  <a:pt x="78579" y="156956"/>
                  <a:pt x="145419" y="136263"/>
                  <a:pt x="181861" y="146884"/>
                </a:cubicBezTo>
                <a:cubicBezTo>
                  <a:pt x="218303" y="157505"/>
                  <a:pt x="241789" y="210794"/>
                  <a:pt x="268662" y="205117"/>
                </a:cubicBezTo>
                <a:cubicBezTo>
                  <a:pt x="295536" y="199440"/>
                  <a:pt x="330421" y="145831"/>
                  <a:pt x="343102" y="112823"/>
                </a:cubicBezTo>
                <a:cubicBezTo>
                  <a:pt x="355783" y="79815"/>
                  <a:pt x="384946" y="23961"/>
                  <a:pt x="344750" y="7068"/>
                </a:cubicBezTo>
                <a:cubicBezTo>
                  <a:pt x="304554" y="-9825"/>
                  <a:pt x="158100" y="8533"/>
                  <a:pt x="101927" y="11463"/>
                </a:cubicBezTo>
                <a:cubicBezTo>
                  <a:pt x="45754" y="14393"/>
                  <a:pt x="22955" y="17644"/>
                  <a:pt x="7710" y="24648"/>
                </a:cubicBezTo>
                <a:cubicBezTo>
                  <a:pt x="-7535" y="31653"/>
                  <a:pt x="3407" y="34033"/>
                  <a:pt x="10457" y="5349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19" name="Google Shape;319;p29"/>
          <p:cNvSpPr/>
          <p:nvPr/>
        </p:nvSpPr>
        <p:spPr>
          <a:xfrm rot="20327301" flipH="1">
            <a:off x="1036934" y="2731042"/>
            <a:ext cx="578577" cy="589935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55;p25">
            <a:extLst>
              <a:ext uri="{FF2B5EF4-FFF2-40B4-BE49-F238E27FC236}">
                <a16:creationId xmlns:a16="http://schemas.microsoft.com/office/drawing/2014/main" id="{F79083F3-B5FE-CABA-464A-C14846FD42BC}"/>
              </a:ext>
            </a:extLst>
          </p:cNvPr>
          <p:cNvGrpSpPr/>
          <p:nvPr userDrawn="1"/>
        </p:nvGrpSpPr>
        <p:grpSpPr>
          <a:xfrm>
            <a:off x="7503499" y="289153"/>
            <a:ext cx="1640501" cy="1457144"/>
            <a:chOff x="6644304" y="3073628"/>
            <a:chExt cx="576302" cy="511871"/>
          </a:xfrm>
        </p:grpSpPr>
        <p:sp>
          <p:nvSpPr>
            <p:cNvPr id="3" name="Google Shape;256;p25">
              <a:extLst>
                <a:ext uri="{FF2B5EF4-FFF2-40B4-BE49-F238E27FC236}">
                  <a16:creationId xmlns:a16="http://schemas.microsoft.com/office/drawing/2014/main" id="{FB7C3AAB-12BA-432B-E1FF-F713AB1AAD43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chemeClr val="tx2">
                <a:lumMod val="2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" name="Google Shape;257;p25">
              <a:extLst>
                <a:ext uri="{FF2B5EF4-FFF2-40B4-BE49-F238E27FC236}">
                  <a16:creationId xmlns:a16="http://schemas.microsoft.com/office/drawing/2014/main" id="{B1DBB082-7B20-7BA7-8142-076B76F41C50}"/>
                </a:ext>
              </a:extLst>
            </p:cNvPr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8" name="Google Shape;258;p25">
                <a:extLst>
                  <a:ext uri="{FF2B5EF4-FFF2-40B4-BE49-F238E27FC236}">
                    <a16:creationId xmlns:a16="http://schemas.microsoft.com/office/drawing/2014/main" id="{E84CB599-41BE-4FDD-7E5E-9CC81A8AB18E}"/>
                  </a:ext>
                </a:extLst>
              </p:cNvPr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59;p25">
                <a:extLst>
                  <a:ext uri="{FF2B5EF4-FFF2-40B4-BE49-F238E27FC236}">
                    <a16:creationId xmlns:a16="http://schemas.microsoft.com/office/drawing/2014/main" id="{ADDFB2D7-E41D-6724-7BE3-9D6CC8F99542}"/>
                  </a:ext>
                </a:extLst>
              </p:cNvPr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60;p25">
                <a:extLst>
                  <a:ext uri="{FF2B5EF4-FFF2-40B4-BE49-F238E27FC236}">
                    <a16:creationId xmlns:a16="http://schemas.microsoft.com/office/drawing/2014/main" id="{120741B5-4AD7-5179-B7AF-7D7D1F159D18}"/>
                  </a:ext>
                </a:extLst>
              </p:cNvPr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61;p25">
                <a:extLst>
                  <a:ext uri="{FF2B5EF4-FFF2-40B4-BE49-F238E27FC236}">
                    <a16:creationId xmlns:a16="http://schemas.microsoft.com/office/drawing/2014/main" id="{3BA5C87B-6D5E-7F70-C950-19DEF2C2C2DA}"/>
                  </a:ext>
                </a:extLst>
              </p:cNvPr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62;p25">
                <a:extLst>
                  <a:ext uri="{FF2B5EF4-FFF2-40B4-BE49-F238E27FC236}">
                    <a16:creationId xmlns:a16="http://schemas.microsoft.com/office/drawing/2014/main" id="{0896FF79-850E-9EAD-41B5-0A4C7378B414}"/>
                  </a:ext>
                </a:extLst>
              </p:cNvPr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rgbClr val="92D05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263;p25">
              <a:extLst>
                <a:ext uri="{FF2B5EF4-FFF2-40B4-BE49-F238E27FC236}">
                  <a16:creationId xmlns:a16="http://schemas.microsoft.com/office/drawing/2014/main" id="{0EE832FC-09E5-69CE-FE86-6CB6538B3527}"/>
                </a:ext>
              </a:extLst>
            </p:cNvPr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4;p25">
              <a:extLst>
                <a:ext uri="{FF2B5EF4-FFF2-40B4-BE49-F238E27FC236}">
                  <a16:creationId xmlns:a16="http://schemas.microsoft.com/office/drawing/2014/main" id="{7155915A-57CC-9A29-0E62-0ACE19D8D229}"/>
                </a:ext>
              </a:extLst>
            </p:cNvPr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5;p25">
              <a:extLst>
                <a:ext uri="{FF2B5EF4-FFF2-40B4-BE49-F238E27FC236}">
                  <a16:creationId xmlns:a16="http://schemas.microsoft.com/office/drawing/2014/main" id="{98C238F4-D62F-CD37-C612-E19804C03F1D}"/>
                </a:ext>
              </a:extLst>
            </p:cNvPr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92D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53;p25">
            <a:extLst>
              <a:ext uri="{FF2B5EF4-FFF2-40B4-BE49-F238E27FC236}">
                <a16:creationId xmlns:a16="http://schemas.microsoft.com/office/drawing/2014/main" id="{E2F51FA8-1E57-11CD-611A-98C19DC88A3C}"/>
              </a:ext>
            </a:extLst>
          </p:cNvPr>
          <p:cNvSpPr/>
          <p:nvPr userDrawn="1"/>
        </p:nvSpPr>
        <p:spPr>
          <a:xfrm>
            <a:off x="3394108" y="1428959"/>
            <a:ext cx="3611100" cy="1000800"/>
          </a:xfrm>
          <a:prstGeom prst="roundRect">
            <a:avLst>
              <a:gd name="adj" fmla="val 3722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bg1"/>
                </a:solidFill>
                <a:latin typeface="+mj-lt"/>
              </a:rPr>
              <a:t>Análisis de costes</a:t>
            </a:r>
            <a:endParaRPr sz="24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s-ES" dirty="0"/>
              <a:t>AA</a:t>
            </a:r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dirty="0" err="1"/>
              <a:t>Aa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1" r:id="rId9"/>
    <p:sldLayoutId id="2147483663" r:id="rId10"/>
    <p:sldLayoutId id="2147483667" r:id="rId11"/>
    <p:sldLayoutId id="2147483668" r:id="rId12"/>
    <p:sldLayoutId id="2147483671" r:id="rId13"/>
    <p:sldLayoutId id="2147483673" r:id="rId14"/>
    <p:sldLayoutId id="2147483674" r:id="rId15"/>
    <p:sldLayoutId id="214748367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340">
          <p15:clr>
            <a:srgbClr val="EA4335"/>
          </p15:clr>
        </p15:guide>
        <p15:guide id="3" pos="542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svg"/><Relationship Id="rId7" Type="http://schemas.openxmlformats.org/officeDocument/2006/relationships/image" Target="../media/image75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11" Type="http://schemas.openxmlformats.org/officeDocument/2006/relationships/image" Target="../media/image79.svg"/><Relationship Id="rId5" Type="http://schemas.openxmlformats.org/officeDocument/2006/relationships/image" Target="../media/image73.sv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ctrTitle"/>
          </p:nvPr>
        </p:nvSpPr>
        <p:spPr>
          <a:xfrm>
            <a:off x="1072925" y="2571750"/>
            <a:ext cx="6980700" cy="12335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4"/>
                </a:solidFill>
                <a:latin typeface="+mj-lt"/>
              </a:rPr>
              <a:t>Breath</a:t>
            </a:r>
            <a:r>
              <a:rPr lang="es-ES" dirty="0">
                <a:latin typeface="+mj-lt"/>
              </a:rPr>
              <a:t>Taking</a:t>
            </a:r>
            <a:r>
              <a:rPr lang="es-ES" dirty="0">
                <a:solidFill>
                  <a:schemeClr val="accent4"/>
                </a:solidFill>
                <a:latin typeface="+mj-lt"/>
              </a:rPr>
              <a:t>Travels</a:t>
            </a:r>
            <a:br>
              <a:rPr lang="es-ES" dirty="0">
                <a:solidFill>
                  <a:schemeClr val="accent4"/>
                </a:solidFill>
                <a:latin typeface="+mj-lt"/>
              </a:rPr>
            </a:br>
            <a:r>
              <a:rPr lang="es-ES" dirty="0">
                <a:latin typeface="+mj-lt"/>
              </a:rPr>
              <a:t>(BTT)</a:t>
            </a:r>
            <a:endParaRPr dirty="0">
              <a:latin typeface="+mj-lt"/>
            </a:endParaRPr>
          </a:p>
        </p:txBody>
      </p:sp>
      <p:sp>
        <p:nvSpPr>
          <p:cNvPr id="329" name="Google Shape;329;p32"/>
          <p:cNvSpPr txBox="1">
            <a:spLocks noGrp="1"/>
          </p:cNvSpPr>
          <p:nvPr>
            <p:ph type="subTitle" idx="1"/>
          </p:nvPr>
        </p:nvSpPr>
        <p:spPr>
          <a:xfrm>
            <a:off x="2319425" y="4142988"/>
            <a:ext cx="4487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  <a:latin typeface="+mn-lt"/>
              </a:rPr>
              <a:t>TFCFGS</a:t>
            </a:r>
            <a:r>
              <a:rPr lang="en" dirty="0">
                <a:latin typeface="+mn-lt"/>
              </a:rPr>
              <a:t> por Manuel Ángel Giz Rodríguez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37CBA298-1DFA-0F48-1B8A-36569D3F76B0}"/>
              </a:ext>
            </a:extLst>
          </p:cNvPr>
          <p:cNvSpPr/>
          <p:nvPr/>
        </p:nvSpPr>
        <p:spPr>
          <a:xfrm>
            <a:off x="911655" y="1722721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Descripción de la idea</a:t>
            </a:r>
            <a:endParaRPr sz="1200" b="1" dirty="0">
              <a:latin typeface="+mj-lt"/>
            </a:endParaRP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11BE273A-CF7F-0F76-262D-3361BEC8B489}"/>
              </a:ext>
            </a:extLst>
          </p:cNvPr>
          <p:cNvSpPr/>
          <p:nvPr/>
        </p:nvSpPr>
        <p:spPr>
          <a:xfrm>
            <a:off x="2403550" y="1722722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Tecnologías</a:t>
            </a:r>
            <a:endParaRPr sz="1200" b="1" dirty="0">
              <a:latin typeface="+mj-lt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AFF85DBA-E6BB-F511-4823-1AD0C7C329B6}"/>
              </a:ext>
            </a:extLst>
          </p:cNvPr>
          <p:cNvSpPr/>
          <p:nvPr/>
        </p:nvSpPr>
        <p:spPr>
          <a:xfrm>
            <a:off x="3895445" y="1722722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Arquitectura</a:t>
            </a:r>
            <a:endParaRPr sz="1200" b="1" dirty="0">
              <a:latin typeface="+mj-lt"/>
            </a:endParaRPr>
          </a:p>
        </p:txBody>
      </p:sp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A0CE9A50-40CE-DD4A-2AA9-C60B52D71571}"/>
              </a:ext>
            </a:extLst>
          </p:cNvPr>
          <p:cNvSpPr/>
          <p:nvPr/>
        </p:nvSpPr>
        <p:spPr>
          <a:xfrm>
            <a:off x="5387340" y="1722721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Base de Datos</a:t>
            </a:r>
            <a:endParaRPr sz="1200" b="1" dirty="0">
              <a:latin typeface="+mj-l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34200CAE-D840-D141-2B78-57D574EC857B}"/>
              </a:ext>
            </a:extLst>
          </p:cNvPr>
          <p:cNvSpPr/>
          <p:nvPr/>
        </p:nvSpPr>
        <p:spPr>
          <a:xfrm>
            <a:off x="6879235" y="1722720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Demo</a:t>
            </a:r>
            <a:endParaRPr sz="1200" b="1" dirty="0">
              <a:latin typeface="+mj-lt"/>
            </a:endParaRPr>
          </a:p>
        </p:txBody>
      </p:sp>
      <p:sp>
        <p:nvSpPr>
          <p:cNvPr id="9" name="Google Shape;88;p13">
            <a:extLst>
              <a:ext uri="{FF2B5EF4-FFF2-40B4-BE49-F238E27FC236}">
                <a16:creationId xmlns:a16="http://schemas.microsoft.com/office/drawing/2014/main" id="{F13F1157-25E6-DC11-8A43-95F55B1E7C8A}"/>
              </a:ext>
            </a:extLst>
          </p:cNvPr>
          <p:cNvSpPr/>
          <p:nvPr/>
        </p:nvSpPr>
        <p:spPr>
          <a:xfrm>
            <a:off x="911655" y="3563100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Validación y pruebas</a:t>
            </a:r>
            <a:endParaRPr sz="1200" b="1" dirty="0">
              <a:latin typeface="+mj-lt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61B28430-58E1-C0D6-5854-12389B5142E5}"/>
              </a:ext>
            </a:extLst>
          </p:cNvPr>
          <p:cNvSpPr/>
          <p:nvPr/>
        </p:nvSpPr>
        <p:spPr>
          <a:xfrm>
            <a:off x="2403550" y="3563100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Análisis de costes</a:t>
            </a:r>
            <a:endParaRPr sz="1200" b="1" dirty="0">
              <a:latin typeface="+mj-lt"/>
            </a:endParaRPr>
          </a:p>
        </p:txBody>
      </p:sp>
      <p:sp>
        <p:nvSpPr>
          <p:cNvPr id="12" name="Google Shape;88;p13">
            <a:extLst>
              <a:ext uri="{FF2B5EF4-FFF2-40B4-BE49-F238E27FC236}">
                <a16:creationId xmlns:a16="http://schemas.microsoft.com/office/drawing/2014/main" id="{E18668F0-8548-EBF0-F244-B120FC7A46CF}"/>
              </a:ext>
            </a:extLst>
          </p:cNvPr>
          <p:cNvSpPr/>
          <p:nvPr/>
        </p:nvSpPr>
        <p:spPr>
          <a:xfrm>
            <a:off x="3895445" y="3563099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Plan de producción</a:t>
            </a:r>
            <a:endParaRPr sz="1200" b="1" dirty="0">
              <a:latin typeface="+mj-lt"/>
            </a:endParaRPr>
          </a:p>
        </p:txBody>
      </p:sp>
      <p:sp>
        <p:nvSpPr>
          <p:cNvPr id="13" name="Google Shape;88;p13">
            <a:extLst>
              <a:ext uri="{FF2B5EF4-FFF2-40B4-BE49-F238E27FC236}">
                <a16:creationId xmlns:a16="http://schemas.microsoft.com/office/drawing/2014/main" id="{E4330944-9AE7-B94E-7D78-AF84E3A5BCA8}"/>
              </a:ext>
            </a:extLst>
          </p:cNvPr>
          <p:cNvSpPr/>
          <p:nvPr/>
        </p:nvSpPr>
        <p:spPr>
          <a:xfrm>
            <a:off x="5387340" y="3563098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Prevención de riesgos</a:t>
            </a:r>
            <a:endParaRPr sz="1200" b="1" dirty="0">
              <a:latin typeface="+mj-lt"/>
            </a:endParaRPr>
          </a:p>
        </p:txBody>
      </p:sp>
      <p:sp>
        <p:nvSpPr>
          <p:cNvPr id="14" name="Google Shape;88;p13">
            <a:extLst>
              <a:ext uri="{FF2B5EF4-FFF2-40B4-BE49-F238E27FC236}">
                <a16:creationId xmlns:a16="http://schemas.microsoft.com/office/drawing/2014/main" id="{7F556C7E-EE53-7C61-54EE-278662EC3643}"/>
              </a:ext>
            </a:extLst>
          </p:cNvPr>
          <p:cNvSpPr/>
          <p:nvPr/>
        </p:nvSpPr>
        <p:spPr>
          <a:xfrm>
            <a:off x="6879235" y="3563098"/>
            <a:ext cx="1353110" cy="11353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solidFill>
              <a:schemeClr val="accent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+mj-lt"/>
              </a:rPr>
              <a:t>Conclusiones</a:t>
            </a:r>
            <a:endParaRPr sz="1200" b="1" dirty="0">
              <a:latin typeface="+mj-lt"/>
            </a:endParaRPr>
          </a:p>
        </p:txBody>
      </p:sp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403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Índice</a:t>
            </a:r>
            <a:endParaRPr dirty="0">
              <a:latin typeface="+mj-l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36157BD-48EE-5D07-2EBA-1F6BB7A93948}"/>
              </a:ext>
            </a:extLst>
          </p:cNvPr>
          <p:cNvSpPr txBox="1"/>
          <p:nvPr/>
        </p:nvSpPr>
        <p:spPr>
          <a:xfrm>
            <a:off x="1336750" y="1522665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01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8BE3852-77D5-958B-9EEE-F98F9A45071D}"/>
              </a:ext>
            </a:extLst>
          </p:cNvPr>
          <p:cNvSpPr txBox="1"/>
          <p:nvPr/>
        </p:nvSpPr>
        <p:spPr>
          <a:xfrm>
            <a:off x="2828645" y="1522665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02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6FE6AF0-F0E6-98C8-D6DF-360DF7265CA3}"/>
              </a:ext>
            </a:extLst>
          </p:cNvPr>
          <p:cNvSpPr txBox="1"/>
          <p:nvPr/>
        </p:nvSpPr>
        <p:spPr>
          <a:xfrm>
            <a:off x="4320540" y="1522665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03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987BFA6-7C32-3FA5-E722-DD7CB9155C20}"/>
              </a:ext>
            </a:extLst>
          </p:cNvPr>
          <p:cNvSpPr txBox="1"/>
          <p:nvPr/>
        </p:nvSpPr>
        <p:spPr>
          <a:xfrm>
            <a:off x="5812435" y="1522665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04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BE53951-BB37-24E2-C1DD-E226A84632DF}"/>
              </a:ext>
            </a:extLst>
          </p:cNvPr>
          <p:cNvSpPr txBox="1"/>
          <p:nvPr/>
        </p:nvSpPr>
        <p:spPr>
          <a:xfrm>
            <a:off x="7304330" y="1522665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05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BC427FA-335B-8354-8F9F-8295CEC2715A}"/>
              </a:ext>
            </a:extLst>
          </p:cNvPr>
          <p:cNvSpPr txBox="1"/>
          <p:nvPr/>
        </p:nvSpPr>
        <p:spPr>
          <a:xfrm>
            <a:off x="1336750" y="3363037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06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6E4033-B86D-8ECF-D4F5-8D9D38B12BF6}"/>
              </a:ext>
            </a:extLst>
          </p:cNvPr>
          <p:cNvSpPr txBox="1"/>
          <p:nvPr/>
        </p:nvSpPr>
        <p:spPr>
          <a:xfrm>
            <a:off x="2828645" y="3363037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07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788943F-F590-C63D-3313-0506459DC02C}"/>
              </a:ext>
            </a:extLst>
          </p:cNvPr>
          <p:cNvSpPr txBox="1"/>
          <p:nvPr/>
        </p:nvSpPr>
        <p:spPr>
          <a:xfrm>
            <a:off x="4320540" y="3363037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08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8011CEB-8826-2049-09CE-E2D54C4D58B9}"/>
              </a:ext>
            </a:extLst>
          </p:cNvPr>
          <p:cNvSpPr txBox="1"/>
          <p:nvPr/>
        </p:nvSpPr>
        <p:spPr>
          <a:xfrm>
            <a:off x="5812435" y="3363037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09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AC98539-E6D8-D49A-7C25-923DCDCDEDBF}"/>
              </a:ext>
            </a:extLst>
          </p:cNvPr>
          <p:cNvSpPr txBox="1"/>
          <p:nvPr/>
        </p:nvSpPr>
        <p:spPr>
          <a:xfrm>
            <a:off x="7304330" y="3363037"/>
            <a:ext cx="502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  <a:latin typeface="+mj-lt"/>
              </a:rPr>
              <a:t>10</a:t>
            </a:r>
            <a:endParaRPr lang="pt-PT" b="1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/>
          <p:nvPr/>
        </p:nvSpPr>
        <p:spPr>
          <a:xfrm>
            <a:off x="742190" y="818573"/>
            <a:ext cx="2166841" cy="3506371"/>
          </a:xfrm>
          <a:custGeom>
            <a:avLst/>
            <a:gdLst/>
            <a:ahLst/>
            <a:cxnLst/>
            <a:rect l="l" t="t" r="r" b="b"/>
            <a:pathLst>
              <a:path w="103689" h="167789" extrusionOk="0">
                <a:moveTo>
                  <a:pt x="13807" y="0"/>
                </a:moveTo>
                <a:cubicBezTo>
                  <a:pt x="11526" y="0"/>
                  <a:pt x="9194" y="921"/>
                  <a:pt x="7431" y="2357"/>
                </a:cubicBezTo>
                <a:cubicBezTo>
                  <a:pt x="6418" y="3183"/>
                  <a:pt x="7559" y="5231"/>
                  <a:pt x="8433" y="6203"/>
                </a:cubicBezTo>
                <a:cubicBezTo>
                  <a:pt x="9308" y="7175"/>
                  <a:pt x="10393" y="8259"/>
                  <a:pt x="10189" y="9549"/>
                </a:cubicBezTo>
                <a:cubicBezTo>
                  <a:pt x="9355" y="9975"/>
                  <a:pt x="8287" y="10084"/>
                  <a:pt x="7292" y="10084"/>
                </a:cubicBezTo>
                <a:cubicBezTo>
                  <a:pt x="7024" y="10084"/>
                  <a:pt x="6762" y="10076"/>
                  <a:pt x="6511" y="10065"/>
                </a:cubicBezTo>
                <a:cubicBezTo>
                  <a:pt x="6102" y="10046"/>
                  <a:pt x="5686" y="9992"/>
                  <a:pt x="5277" y="9992"/>
                </a:cubicBezTo>
                <a:cubicBezTo>
                  <a:pt x="4990" y="9992"/>
                  <a:pt x="4705" y="10019"/>
                  <a:pt x="4430" y="10104"/>
                </a:cubicBezTo>
                <a:cubicBezTo>
                  <a:pt x="3763" y="10310"/>
                  <a:pt x="3182" y="11034"/>
                  <a:pt x="3440" y="11683"/>
                </a:cubicBezTo>
                <a:cubicBezTo>
                  <a:pt x="2981" y="12481"/>
                  <a:pt x="2431" y="12899"/>
                  <a:pt x="2962" y="13650"/>
                </a:cubicBezTo>
                <a:cubicBezTo>
                  <a:pt x="3377" y="14235"/>
                  <a:pt x="4081" y="14716"/>
                  <a:pt x="4076" y="15434"/>
                </a:cubicBezTo>
                <a:cubicBezTo>
                  <a:pt x="4071" y="16003"/>
                  <a:pt x="3591" y="16462"/>
                  <a:pt x="3082" y="16719"/>
                </a:cubicBezTo>
                <a:cubicBezTo>
                  <a:pt x="2572" y="16973"/>
                  <a:pt x="2000" y="17102"/>
                  <a:pt x="1518" y="17408"/>
                </a:cubicBezTo>
                <a:cubicBezTo>
                  <a:pt x="13" y="18366"/>
                  <a:pt x="0" y="20519"/>
                  <a:pt x="159" y="22295"/>
                </a:cubicBezTo>
                <a:cubicBezTo>
                  <a:pt x="1133" y="23491"/>
                  <a:pt x="1285" y="25550"/>
                  <a:pt x="817" y="27017"/>
                </a:cubicBezTo>
                <a:cubicBezTo>
                  <a:pt x="639" y="27577"/>
                  <a:pt x="351" y="28172"/>
                  <a:pt x="552" y="28724"/>
                </a:cubicBezTo>
                <a:cubicBezTo>
                  <a:pt x="782" y="29356"/>
                  <a:pt x="1526" y="29605"/>
                  <a:pt x="2177" y="29773"/>
                </a:cubicBezTo>
                <a:cubicBezTo>
                  <a:pt x="2891" y="29958"/>
                  <a:pt x="3669" y="30130"/>
                  <a:pt x="4408" y="30130"/>
                </a:cubicBezTo>
                <a:cubicBezTo>
                  <a:pt x="5109" y="30130"/>
                  <a:pt x="5775" y="29975"/>
                  <a:pt x="6314" y="29528"/>
                </a:cubicBezTo>
                <a:cubicBezTo>
                  <a:pt x="7583" y="28478"/>
                  <a:pt x="9157" y="28121"/>
                  <a:pt x="10834" y="28121"/>
                </a:cubicBezTo>
                <a:cubicBezTo>
                  <a:pt x="13016" y="28121"/>
                  <a:pt x="15374" y="28725"/>
                  <a:pt x="17464" y="29196"/>
                </a:cubicBezTo>
                <a:cubicBezTo>
                  <a:pt x="18740" y="29482"/>
                  <a:pt x="20083" y="29952"/>
                  <a:pt x="20830" y="31028"/>
                </a:cubicBezTo>
                <a:cubicBezTo>
                  <a:pt x="21824" y="32461"/>
                  <a:pt x="21400" y="34451"/>
                  <a:pt x="20580" y="35993"/>
                </a:cubicBezTo>
                <a:cubicBezTo>
                  <a:pt x="19762" y="37533"/>
                  <a:pt x="18587" y="38903"/>
                  <a:pt x="18068" y="40567"/>
                </a:cubicBezTo>
                <a:cubicBezTo>
                  <a:pt x="17582" y="42129"/>
                  <a:pt x="17717" y="43806"/>
                  <a:pt x="17859" y="45436"/>
                </a:cubicBezTo>
                <a:cubicBezTo>
                  <a:pt x="18032" y="47441"/>
                  <a:pt x="18242" y="49554"/>
                  <a:pt x="19405" y="51198"/>
                </a:cubicBezTo>
                <a:cubicBezTo>
                  <a:pt x="20624" y="52922"/>
                  <a:pt x="21392" y="55494"/>
                  <a:pt x="21294" y="57601"/>
                </a:cubicBezTo>
                <a:cubicBezTo>
                  <a:pt x="21216" y="59294"/>
                  <a:pt x="20619" y="60958"/>
                  <a:pt x="20775" y="62645"/>
                </a:cubicBezTo>
                <a:cubicBezTo>
                  <a:pt x="21057" y="65704"/>
                  <a:pt x="23699" y="67999"/>
                  <a:pt x="26397" y="69471"/>
                </a:cubicBezTo>
                <a:cubicBezTo>
                  <a:pt x="29219" y="71013"/>
                  <a:pt x="31651" y="73637"/>
                  <a:pt x="32623" y="76701"/>
                </a:cubicBezTo>
                <a:cubicBezTo>
                  <a:pt x="33112" y="78241"/>
                  <a:pt x="33257" y="79868"/>
                  <a:pt x="33688" y="81425"/>
                </a:cubicBezTo>
                <a:cubicBezTo>
                  <a:pt x="34432" y="84119"/>
                  <a:pt x="36051" y="86565"/>
                  <a:pt x="38239" y="88307"/>
                </a:cubicBezTo>
                <a:cubicBezTo>
                  <a:pt x="39834" y="89575"/>
                  <a:pt x="42451" y="90023"/>
                  <a:pt x="44455" y="90388"/>
                </a:cubicBezTo>
                <a:cubicBezTo>
                  <a:pt x="45495" y="90578"/>
                  <a:pt x="46617" y="90728"/>
                  <a:pt x="47400" y="91437"/>
                </a:cubicBezTo>
                <a:cubicBezTo>
                  <a:pt x="47762" y="91764"/>
                  <a:pt x="48023" y="92187"/>
                  <a:pt x="48369" y="92530"/>
                </a:cubicBezTo>
                <a:cubicBezTo>
                  <a:pt x="50044" y="94188"/>
                  <a:pt x="53127" y="93507"/>
                  <a:pt x="54821" y="95145"/>
                </a:cubicBezTo>
                <a:cubicBezTo>
                  <a:pt x="55259" y="95566"/>
                  <a:pt x="55558" y="96107"/>
                  <a:pt x="55941" y="96579"/>
                </a:cubicBezTo>
                <a:cubicBezTo>
                  <a:pt x="56887" y="97736"/>
                  <a:pt x="58370" y="98428"/>
                  <a:pt x="59861" y="98428"/>
                </a:cubicBezTo>
                <a:cubicBezTo>
                  <a:pt x="60003" y="98428"/>
                  <a:pt x="60145" y="98421"/>
                  <a:pt x="60286" y="98409"/>
                </a:cubicBezTo>
                <a:lnTo>
                  <a:pt x="60286" y="98409"/>
                </a:lnTo>
                <a:cubicBezTo>
                  <a:pt x="59905" y="99653"/>
                  <a:pt x="61397" y="101114"/>
                  <a:pt x="60936" y="102330"/>
                </a:cubicBezTo>
                <a:cubicBezTo>
                  <a:pt x="60565" y="103312"/>
                  <a:pt x="59445" y="103741"/>
                  <a:pt x="58674" y="104452"/>
                </a:cubicBezTo>
                <a:cubicBezTo>
                  <a:pt x="57337" y="105685"/>
                  <a:pt x="57129" y="107795"/>
                  <a:pt x="57705" y="109521"/>
                </a:cubicBezTo>
                <a:cubicBezTo>
                  <a:pt x="58282" y="111246"/>
                  <a:pt x="59498" y="112671"/>
                  <a:pt x="60717" y="114022"/>
                </a:cubicBezTo>
                <a:cubicBezTo>
                  <a:pt x="62978" y="116530"/>
                  <a:pt x="65696" y="117746"/>
                  <a:pt x="68148" y="120066"/>
                </a:cubicBezTo>
                <a:cubicBezTo>
                  <a:pt x="70420" y="122216"/>
                  <a:pt x="70937" y="125696"/>
                  <a:pt x="70438" y="128784"/>
                </a:cubicBezTo>
                <a:cubicBezTo>
                  <a:pt x="69938" y="131872"/>
                  <a:pt x="68585" y="134744"/>
                  <a:pt x="67620" y="137718"/>
                </a:cubicBezTo>
                <a:cubicBezTo>
                  <a:pt x="65814" y="143276"/>
                  <a:pt x="65376" y="149382"/>
                  <a:pt x="67102" y="154963"/>
                </a:cubicBezTo>
                <a:cubicBezTo>
                  <a:pt x="68828" y="160546"/>
                  <a:pt x="72869" y="165522"/>
                  <a:pt x="78283" y="167717"/>
                </a:cubicBezTo>
                <a:cubicBezTo>
                  <a:pt x="78404" y="167766"/>
                  <a:pt x="78530" y="167788"/>
                  <a:pt x="78658" y="167788"/>
                </a:cubicBezTo>
                <a:cubicBezTo>
                  <a:pt x="79167" y="167788"/>
                  <a:pt x="79705" y="167444"/>
                  <a:pt x="80056" y="167066"/>
                </a:cubicBezTo>
                <a:cubicBezTo>
                  <a:pt x="80495" y="166591"/>
                  <a:pt x="80589" y="165833"/>
                  <a:pt x="80281" y="165265"/>
                </a:cubicBezTo>
                <a:cubicBezTo>
                  <a:pt x="79304" y="163467"/>
                  <a:pt x="77566" y="161932"/>
                  <a:pt x="76298" y="160326"/>
                </a:cubicBezTo>
                <a:cubicBezTo>
                  <a:pt x="75898" y="159821"/>
                  <a:pt x="75478" y="159248"/>
                  <a:pt x="75530" y="158607"/>
                </a:cubicBezTo>
                <a:cubicBezTo>
                  <a:pt x="75589" y="157886"/>
                  <a:pt x="76208" y="157367"/>
                  <a:pt x="76666" y="156807"/>
                </a:cubicBezTo>
                <a:cubicBezTo>
                  <a:pt x="77361" y="155947"/>
                  <a:pt x="77729" y="154867"/>
                  <a:pt x="77704" y="153762"/>
                </a:cubicBezTo>
                <a:cubicBezTo>
                  <a:pt x="77674" y="152733"/>
                  <a:pt x="77075" y="151726"/>
                  <a:pt x="77111" y="150697"/>
                </a:cubicBezTo>
                <a:cubicBezTo>
                  <a:pt x="77146" y="149667"/>
                  <a:pt x="77701" y="148583"/>
                  <a:pt x="78676" y="148251"/>
                </a:cubicBezTo>
                <a:cubicBezTo>
                  <a:pt x="79120" y="148100"/>
                  <a:pt x="79614" y="148115"/>
                  <a:pt x="80042" y="147926"/>
                </a:cubicBezTo>
                <a:cubicBezTo>
                  <a:pt x="81453" y="147303"/>
                  <a:pt x="81228" y="145153"/>
                  <a:pt x="82249" y="143996"/>
                </a:cubicBezTo>
                <a:cubicBezTo>
                  <a:pt x="82722" y="143460"/>
                  <a:pt x="83419" y="143193"/>
                  <a:pt x="84064" y="142883"/>
                </a:cubicBezTo>
                <a:cubicBezTo>
                  <a:pt x="86792" y="141571"/>
                  <a:pt x="89035" y="138972"/>
                  <a:pt x="89283" y="135957"/>
                </a:cubicBezTo>
                <a:cubicBezTo>
                  <a:pt x="89483" y="133544"/>
                  <a:pt x="88605" y="130615"/>
                  <a:pt x="90438" y="129034"/>
                </a:cubicBezTo>
                <a:cubicBezTo>
                  <a:pt x="91238" y="128344"/>
                  <a:pt x="92244" y="128199"/>
                  <a:pt x="93314" y="128199"/>
                </a:cubicBezTo>
                <a:cubicBezTo>
                  <a:pt x="94087" y="128199"/>
                  <a:pt x="94894" y="128275"/>
                  <a:pt x="95682" y="128275"/>
                </a:cubicBezTo>
                <a:cubicBezTo>
                  <a:pt x="96098" y="128275"/>
                  <a:pt x="96509" y="128254"/>
                  <a:pt x="96908" y="128189"/>
                </a:cubicBezTo>
                <a:cubicBezTo>
                  <a:pt x="97800" y="128044"/>
                  <a:pt x="98396" y="127214"/>
                  <a:pt x="98814" y="126412"/>
                </a:cubicBezTo>
                <a:cubicBezTo>
                  <a:pt x="99231" y="125609"/>
                  <a:pt x="99280" y="124658"/>
                  <a:pt x="99129" y="123766"/>
                </a:cubicBezTo>
                <a:cubicBezTo>
                  <a:pt x="98945" y="122668"/>
                  <a:pt x="98473" y="121597"/>
                  <a:pt x="98577" y="120489"/>
                </a:cubicBezTo>
                <a:cubicBezTo>
                  <a:pt x="98723" y="118930"/>
                  <a:pt x="99942" y="117730"/>
                  <a:pt x="100886" y="116480"/>
                </a:cubicBezTo>
                <a:cubicBezTo>
                  <a:pt x="102003" y="114998"/>
                  <a:pt x="102797" y="113297"/>
                  <a:pt x="103214" y="111488"/>
                </a:cubicBezTo>
                <a:cubicBezTo>
                  <a:pt x="103689" y="109429"/>
                  <a:pt x="102371" y="106997"/>
                  <a:pt x="100524" y="105970"/>
                </a:cubicBezTo>
                <a:cubicBezTo>
                  <a:pt x="98677" y="104943"/>
                  <a:pt x="96462" y="104915"/>
                  <a:pt x="94350" y="104853"/>
                </a:cubicBezTo>
                <a:cubicBezTo>
                  <a:pt x="92237" y="104794"/>
                  <a:pt x="89999" y="104633"/>
                  <a:pt x="88273" y="103414"/>
                </a:cubicBezTo>
                <a:cubicBezTo>
                  <a:pt x="86692" y="102296"/>
                  <a:pt x="85799" y="100469"/>
                  <a:pt x="84550" y="98991"/>
                </a:cubicBezTo>
                <a:cubicBezTo>
                  <a:pt x="82441" y="96497"/>
                  <a:pt x="79375" y="95057"/>
                  <a:pt x="76410" y="93690"/>
                </a:cubicBezTo>
                <a:cubicBezTo>
                  <a:pt x="75559" y="93298"/>
                  <a:pt x="74630" y="92901"/>
                  <a:pt x="73720" y="92901"/>
                </a:cubicBezTo>
                <a:cubicBezTo>
                  <a:pt x="73431" y="92901"/>
                  <a:pt x="73144" y="92941"/>
                  <a:pt x="72862" y="93034"/>
                </a:cubicBezTo>
                <a:cubicBezTo>
                  <a:pt x="72400" y="93185"/>
                  <a:pt x="71985" y="93473"/>
                  <a:pt x="71508" y="93564"/>
                </a:cubicBezTo>
                <a:cubicBezTo>
                  <a:pt x="71390" y="93586"/>
                  <a:pt x="71274" y="93597"/>
                  <a:pt x="71159" y="93597"/>
                </a:cubicBezTo>
                <a:cubicBezTo>
                  <a:pt x="70006" y="93597"/>
                  <a:pt x="69033" y="92520"/>
                  <a:pt x="67966" y="91944"/>
                </a:cubicBezTo>
                <a:cubicBezTo>
                  <a:pt x="67424" y="91651"/>
                  <a:pt x="66830" y="91518"/>
                  <a:pt x="66231" y="91518"/>
                </a:cubicBezTo>
                <a:cubicBezTo>
                  <a:pt x="64138" y="91518"/>
                  <a:pt x="61986" y="93147"/>
                  <a:pt x="61817" y="95293"/>
                </a:cubicBezTo>
                <a:cubicBezTo>
                  <a:pt x="61476" y="95410"/>
                  <a:pt x="61056" y="95468"/>
                  <a:pt x="60611" y="95468"/>
                </a:cubicBezTo>
                <a:cubicBezTo>
                  <a:pt x="59413" y="95468"/>
                  <a:pt x="58031" y="95047"/>
                  <a:pt x="57510" y="94228"/>
                </a:cubicBezTo>
                <a:cubicBezTo>
                  <a:pt x="56995" y="93419"/>
                  <a:pt x="56789" y="92287"/>
                  <a:pt x="55904" y="91918"/>
                </a:cubicBezTo>
                <a:cubicBezTo>
                  <a:pt x="55432" y="91722"/>
                  <a:pt x="54840" y="91796"/>
                  <a:pt x="54455" y="91458"/>
                </a:cubicBezTo>
                <a:cubicBezTo>
                  <a:pt x="53818" y="90898"/>
                  <a:pt x="54313" y="89881"/>
                  <a:pt x="54428" y="89040"/>
                </a:cubicBezTo>
                <a:cubicBezTo>
                  <a:pt x="54609" y="87696"/>
                  <a:pt x="53607" y="86419"/>
                  <a:pt x="52383" y="85834"/>
                </a:cubicBezTo>
                <a:cubicBezTo>
                  <a:pt x="51161" y="85249"/>
                  <a:pt x="49761" y="85202"/>
                  <a:pt x="48407" y="85159"/>
                </a:cubicBezTo>
                <a:cubicBezTo>
                  <a:pt x="47051" y="85115"/>
                  <a:pt x="45649" y="85054"/>
                  <a:pt x="44436" y="84447"/>
                </a:cubicBezTo>
                <a:cubicBezTo>
                  <a:pt x="42077" y="83264"/>
                  <a:pt x="41111" y="80063"/>
                  <a:pt x="42146" y="77635"/>
                </a:cubicBezTo>
                <a:cubicBezTo>
                  <a:pt x="43156" y="75267"/>
                  <a:pt x="45760" y="73783"/>
                  <a:pt x="48337" y="73783"/>
                </a:cubicBezTo>
                <a:cubicBezTo>
                  <a:pt x="48401" y="73783"/>
                  <a:pt x="48464" y="73784"/>
                  <a:pt x="48528" y="73786"/>
                </a:cubicBezTo>
                <a:cubicBezTo>
                  <a:pt x="51112" y="73862"/>
                  <a:pt x="53842" y="75749"/>
                  <a:pt x="53870" y="78335"/>
                </a:cubicBezTo>
                <a:cubicBezTo>
                  <a:pt x="53875" y="78746"/>
                  <a:pt x="54287" y="78928"/>
                  <a:pt x="54735" y="78928"/>
                </a:cubicBezTo>
                <a:cubicBezTo>
                  <a:pt x="55004" y="78928"/>
                  <a:pt x="55285" y="78863"/>
                  <a:pt x="55498" y="78741"/>
                </a:cubicBezTo>
                <a:cubicBezTo>
                  <a:pt x="56067" y="78416"/>
                  <a:pt x="56365" y="77760"/>
                  <a:pt x="56505" y="77119"/>
                </a:cubicBezTo>
                <a:cubicBezTo>
                  <a:pt x="56645" y="76478"/>
                  <a:pt x="56664" y="75812"/>
                  <a:pt x="56860" y="75186"/>
                </a:cubicBezTo>
                <a:cubicBezTo>
                  <a:pt x="57310" y="73749"/>
                  <a:pt x="58757" y="72690"/>
                  <a:pt x="60261" y="72690"/>
                </a:cubicBezTo>
                <a:cubicBezTo>
                  <a:pt x="60273" y="72690"/>
                  <a:pt x="60285" y="72690"/>
                  <a:pt x="60297" y="72690"/>
                </a:cubicBezTo>
                <a:cubicBezTo>
                  <a:pt x="60306" y="72690"/>
                  <a:pt x="60314" y="72690"/>
                  <a:pt x="60323" y="72690"/>
                </a:cubicBezTo>
                <a:cubicBezTo>
                  <a:pt x="61893" y="72690"/>
                  <a:pt x="62998" y="71122"/>
                  <a:pt x="64116" y="70013"/>
                </a:cubicBezTo>
                <a:cubicBezTo>
                  <a:pt x="65241" y="68896"/>
                  <a:pt x="65913" y="67214"/>
                  <a:pt x="65469" y="65693"/>
                </a:cubicBezTo>
                <a:cubicBezTo>
                  <a:pt x="65229" y="64873"/>
                  <a:pt x="64683" y="64046"/>
                  <a:pt x="64956" y="63238"/>
                </a:cubicBezTo>
                <a:cubicBezTo>
                  <a:pt x="65170" y="62604"/>
                  <a:pt x="65822" y="62237"/>
                  <a:pt x="66438" y="61978"/>
                </a:cubicBezTo>
                <a:cubicBezTo>
                  <a:pt x="67992" y="61328"/>
                  <a:pt x="69657" y="60995"/>
                  <a:pt x="71338" y="60995"/>
                </a:cubicBezTo>
                <a:cubicBezTo>
                  <a:pt x="71514" y="60995"/>
                  <a:pt x="71689" y="60998"/>
                  <a:pt x="71865" y="61005"/>
                </a:cubicBezTo>
                <a:cubicBezTo>
                  <a:pt x="71916" y="61008"/>
                  <a:pt x="71966" y="61009"/>
                  <a:pt x="72016" y="61009"/>
                </a:cubicBezTo>
                <a:cubicBezTo>
                  <a:pt x="73530" y="61009"/>
                  <a:pt x="74333" y="60016"/>
                  <a:pt x="75129" y="58671"/>
                </a:cubicBezTo>
                <a:cubicBezTo>
                  <a:pt x="75724" y="57667"/>
                  <a:pt x="75988" y="56400"/>
                  <a:pt x="76935" y="55719"/>
                </a:cubicBezTo>
                <a:cubicBezTo>
                  <a:pt x="77461" y="55341"/>
                  <a:pt x="78061" y="55227"/>
                  <a:pt x="78697" y="55227"/>
                </a:cubicBezTo>
                <a:cubicBezTo>
                  <a:pt x="79669" y="55227"/>
                  <a:pt x="80723" y="55493"/>
                  <a:pt x="81724" y="55493"/>
                </a:cubicBezTo>
                <a:cubicBezTo>
                  <a:pt x="81835" y="55493"/>
                  <a:pt x="81945" y="55490"/>
                  <a:pt x="82055" y="55483"/>
                </a:cubicBezTo>
                <a:cubicBezTo>
                  <a:pt x="84597" y="55311"/>
                  <a:pt x="86582" y="52458"/>
                  <a:pt x="85860" y="50015"/>
                </a:cubicBezTo>
                <a:cubicBezTo>
                  <a:pt x="85517" y="48852"/>
                  <a:pt x="84704" y="47901"/>
                  <a:pt x="84043" y="46884"/>
                </a:cubicBezTo>
                <a:cubicBezTo>
                  <a:pt x="83131" y="45481"/>
                  <a:pt x="82492" y="43918"/>
                  <a:pt x="82159" y="42277"/>
                </a:cubicBezTo>
                <a:cubicBezTo>
                  <a:pt x="81854" y="40773"/>
                  <a:pt x="81767" y="39118"/>
                  <a:pt x="80776" y="37947"/>
                </a:cubicBezTo>
                <a:cubicBezTo>
                  <a:pt x="79227" y="38020"/>
                  <a:pt x="77350" y="37975"/>
                  <a:pt x="75971" y="38686"/>
                </a:cubicBezTo>
                <a:cubicBezTo>
                  <a:pt x="75699" y="37108"/>
                  <a:pt x="75398" y="35461"/>
                  <a:pt x="74423" y="34192"/>
                </a:cubicBezTo>
                <a:cubicBezTo>
                  <a:pt x="73732" y="33291"/>
                  <a:pt x="72587" y="32657"/>
                  <a:pt x="71488" y="32657"/>
                </a:cubicBezTo>
                <a:cubicBezTo>
                  <a:pt x="71039" y="32657"/>
                  <a:pt x="70597" y="32763"/>
                  <a:pt x="70198" y="32999"/>
                </a:cubicBezTo>
                <a:cubicBezTo>
                  <a:pt x="68851" y="33794"/>
                  <a:pt x="68559" y="35642"/>
                  <a:pt x="68807" y="37187"/>
                </a:cubicBezTo>
                <a:cubicBezTo>
                  <a:pt x="69057" y="38731"/>
                  <a:pt x="69698" y="40227"/>
                  <a:pt x="69655" y="41791"/>
                </a:cubicBezTo>
                <a:cubicBezTo>
                  <a:pt x="69615" y="43336"/>
                  <a:pt x="68552" y="45042"/>
                  <a:pt x="67017" y="45042"/>
                </a:cubicBezTo>
                <a:cubicBezTo>
                  <a:pt x="66998" y="45042"/>
                  <a:pt x="66979" y="45041"/>
                  <a:pt x="66960" y="45041"/>
                </a:cubicBezTo>
                <a:cubicBezTo>
                  <a:pt x="66146" y="45019"/>
                  <a:pt x="65416" y="44522"/>
                  <a:pt x="64843" y="43941"/>
                </a:cubicBezTo>
                <a:cubicBezTo>
                  <a:pt x="64022" y="43112"/>
                  <a:pt x="63372" y="42052"/>
                  <a:pt x="62317" y="41553"/>
                </a:cubicBezTo>
                <a:cubicBezTo>
                  <a:pt x="61507" y="41171"/>
                  <a:pt x="60577" y="41179"/>
                  <a:pt x="59704" y="40982"/>
                </a:cubicBezTo>
                <a:cubicBezTo>
                  <a:pt x="56728" y="40316"/>
                  <a:pt x="54688" y="36902"/>
                  <a:pt x="55510" y="33965"/>
                </a:cubicBezTo>
                <a:cubicBezTo>
                  <a:pt x="56182" y="31564"/>
                  <a:pt x="58657" y="29882"/>
                  <a:pt x="61117" y="29882"/>
                </a:cubicBezTo>
                <a:cubicBezTo>
                  <a:pt x="61664" y="29882"/>
                  <a:pt x="62211" y="29966"/>
                  <a:pt x="62737" y="30143"/>
                </a:cubicBezTo>
                <a:cubicBezTo>
                  <a:pt x="66237" y="28861"/>
                  <a:pt x="67660" y="24447"/>
                  <a:pt x="66265" y="20991"/>
                </a:cubicBezTo>
                <a:cubicBezTo>
                  <a:pt x="64868" y="17535"/>
                  <a:pt x="61115" y="15389"/>
                  <a:pt x="57392" y="15226"/>
                </a:cubicBezTo>
                <a:cubicBezTo>
                  <a:pt x="56302" y="15179"/>
                  <a:pt x="55191" y="15275"/>
                  <a:pt x="54134" y="15007"/>
                </a:cubicBezTo>
                <a:cubicBezTo>
                  <a:pt x="51145" y="14251"/>
                  <a:pt x="49582" y="10965"/>
                  <a:pt x="46980" y="9310"/>
                </a:cubicBezTo>
                <a:cubicBezTo>
                  <a:pt x="46287" y="8869"/>
                  <a:pt x="45224" y="8778"/>
                  <a:pt x="44079" y="8778"/>
                </a:cubicBezTo>
                <a:cubicBezTo>
                  <a:pt x="43277" y="8778"/>
                  <a:pt x="42435" y="8823"/>
                  <a:pt x="41651" y="8823"/>
                </a:cubicBezTo>
                <a:cubicBezTo>
                  <a:pt x="40795" y="8823"/>
                  <a:pt x="40007" y="8769"/>
                  <a:pt x="39418" y="8547"/>
                </a:cubicBezTo>
                <a:cubicBezTo>
                  <a:pt x="38499" y="8200"/>
                  <a:pt x="37525" y="8023"/>
                  <a:pt x="36546" y="8023"/>
                </a:cubicBezTo>
                <a:cubicBezTo>
                  <a:pt x="36275" y="8023"/>
                  <a:pt x="36003" y="8037"/>
                  <a:pt x="35731" y="8064"/>
                </a:cubicBezTo>
                <a:cubicBezTo>
                  <a:pt x="34635" y="9104"/>
                  <a:pt x="32585" y="9398"/>
                  <a:pt x="31077" y="9499"/>
                </a:cubicBezTo>
                <a:cubicBezTo>
                  <a:pt x="29526" y="7990"/>
                  <a:pt x="27655" y="6585"/>
                  <a:pt x="25725" y="5605"/>
                </a:cubicBezTo>
                <a:cubicBezTo>
                  <a:pt x="24435" y="4951"/>
                  <a:pt x="22930" y="4260"/>
                  <a:pt x="22532" y="2870"/>
                </a:cubicBezTo>
                <a:cubicBezTo>
                  <a:pt x="22012" y="1053"/>
                  <a:pt x="19376" y="125"/>
                  <a:pt x="17200" y="125"/>
                </a:cubicBezTo>
                <a:cubicBezTo>
                  <a:pt x="16716" y="125"/>
                  <a:pt x="16254" y="171"/>
                  <a:pt x="15844" y="263"/>
                </a:cubicBezTo>
                <a:cubicBezTo>
                  <a:pt x="15181" y="84"/>
                  <a:pt x="14496" y="0"/>
                  <a:pt x="1380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-119844" y="-233142"/>
            <a:ext cx="10042375" cy="5592925"/>
          </a:xfrm>
          <a:custGeom>
            <a:avLst/>
            <a:gdLst/>
            <a:ahLst/>
            <a:cxnLst/>
            <a:rect l="l" t="t" r="r" b="b"/>
            <a:pathLst>
              <a:path w="401695" h="223717" extrusionOk="0">
                <a:moveTo>
                  <a:pt x="37978" y="217721"/>
                </a:moveTo>
                <a:cubicBezTo>
                  <a:pt x="-21576" y="207014"/>
                  <a:pt x="3820" y="173034"/>
                  <a:pt x="15678" y="154539"/>
                </a:cubicBezTo>
                <a:cubicBezTo>
                  <a:pt x="27536" y="136045"/>
                  <a:pt x="94612" y="125514"/>
                  <a:pt x="109124" y="106754"/>
                </a:cubicBezTo>
                <a:cubicBezTo>
                  <a:pt x="123637" y="87994"/>
                  <a:pt x="79701" y="54102"/>
                  <a:pt x="102753" y="41979"/>
                </a:cubicBezTo>
                <a:cubicBezTo>
                  <a:pt x="125805" y="29856"/>
                  <a:pt x="207569" y="40032"/>
                  <a:pt x="247434" y="34015"/>
                </a:cubicBezTo>
                <a:cubicBezTo>
                  <a:pt x="287299" y="27998"/>
                  <a:pt x="319023" y="10034"/>
                  <a:pt x="341942" y="5875"/>
                </a:cubicBezTo>
                <a:cubicBezTo>
                  <a:pt x="364861" y="1716"/>
                  <a:pt x="374993" y="-6292"/>
                  <a:pt x="384948" y="9061"/>
                </a:cubicBezTo>
                <a:cubicBezTo>
                  <a:pt x="394903" y="24414"/>
                  <a:pt x="401496" y="66491"/>
                  <a:pt x="401673" y="97993"/>
                </a:cubicBezTo>
                <a:cubicBezTo>
                  <a:pt x="401850" y="129496"/>
                  <a:pt x="390789" y="177944"/>
                  <a:pt x="386010" y="198076"/>
                </a:cubicBezTo>
                <a:cubicBezTo>
                  <a:pt x="381232" y="218208"/>
                  <a:pt x="431007" y="215509"/>
                  <a:pt x="373002" y="218783"/>
                </a:cubicBezTo>
                <a:cubicBezTo>
                  <a:pt x="314997" y="222057"/>
                  <a:pt x="97532" y="228428"/>
                  <a:pt x="37978" y="21772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59" name="Google Shape;359;p35"/>
          <p:cNvSpPr txBox="1">
            <a:spLocks noGrp="1"/>
          </p:cNvSpPr>
          <p:nvPr>
            <p:ph type="title"/>
          </p:nvPr>
        </p:nvSpPr>
        <p:spPr>
          <a:xfrm>
            <a:off x="3402874" y="1635688"/>
            <a:ext cx="499915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Descripción general de la idea</a:t>
            </a:r>
            <a:endParaRPr dirty="0"/>
          </a:p>
        </p:txBody>
      </p:sp>
      <p:sp>
        <p:nvSpPr>
          <p:cNvPr id="361" name="Google Shape;361;p35"/>
          <p:cNvSpPr/>
          <p:nvPr/>
        </p:nvSpPr>
        <p:spPr>
          <a:xfrm rot="594583">
            <a:off x="5995425" y="319734"/>
            <a:ext cx="517515" cy="527674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04CD7AF-D0D9-8739-485C-6AEEF1F77A08}"/>
              </a:ext>
            </a:extLst>
          </p:cNvPr>
          <p:cNvSpPr txBox="1"/>
          <p:nvPr/>
        </p:nvSpPr>
        <p:spPr>
          <a:xfrm>
            <a:off x="124098" y="12525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01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0AB3858-6E4F-7D13-90A0-E49DD995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>
                <a:latin typeface="+mj-lt"/>
              </a:rPr>
              <a:t>Requisitos</a:t>
            </a:r>
            <a:r>
              <a:rPr lang="es-ES" dirty="0"/>
              <a:t> </a:t>
            </a:r>
            <a:endParaRPr lang="pt-P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ED4399-7CB5-41F5-AC3A-E69004FD2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803"/>
          <a:stretch>
            <a:fillRect/>
          </a:stretch>
        </p:blipFill>
        <p:spPr>
          <a:xfrm>
            <a:off x="6141176" y="2028824"/>
            <a:ext cx="2546988" cy="19145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AF197D0-6180-CD9E-57E9-EEA46160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80" b="27901"/>
          <a:stretch>
            <a:fillRect/>
          </a:stretch>
        </p:blipFill>
        <p:spPr>
          <a:xfrm>
            <a:off x="3188969" y="2028824"/>
            <a:ext cx="2546988" cy="20034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A77F7AD-3136-DEB6-FC8E-D5BC8F271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4" b="60509"/>
          <a:stretch>
            <a:fillRect/>
          </a:stretch>
        </p:blipFill>
        <p:spPr>
          <a:xfrm>
            <a:off x="287562" y="2028824"/>
            <a:ext cx="2546988" cy="2362201"/>
          </a:xfrm>
          <a:prstGeom prst="rect">
            <a:avLst/>
          </a:prstGeom>
        </p:spPr>
      </p:pic>
      <p:sp>
        <p:nvSpPr>
          <p:cNvPr id="14" name="Google Shape;71;p9">
            <a:extLst>
              <a:ext uri="{FF2B5EF4-FFF2-40B4-BE49-F238E27FC236}">
                <a16:creationId xmlns:a16="http://schemas.microsoft.com/office/drawing/2014/main" id="{3B437FB1-EB67-4C2C-F72E-C78961C688DA}"/>
              </a:ext>
            </a:extLst>
          </p:cNvPr>
          <p:cNvSpPr/>
          <p:nvPr/>
        </p:nvSpPr>
        <p:spPr>
          <a:xfrm>
            <a:off x="287562" y="1648356"/>
            <a:ext cx="2241463" cy="212194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bg1"/>
                </a:solidFill>
                <a:latin typeface="+mn-lt"/>
              </a:rPr>
              <a:t>Requisitos funcionales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Google Shape;71;p9">
            <a:extLst>
              <a:ext uri="{FF2B5EF4-FFF2-40B4-BE49-F238E27FC236}">
                <a16:creationId xmlns:a16="http://schemas.microsoft.com/office/drawing/2014/main" id="{01D6235F-1A01-4869-56CF-5904603A7356}"/>
              </a:ext>
            </a:extLst>
          </p:cNvPr>
          <p:cNvSpPr/>
          <p:nvPr/>
        </p:nvSpPr>
        <p:spPr>
          <a:xfrm>
            <a:off x="3188969" y="1648356"/>
            <a:ext cx="2241463" cy="212194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bg1"/>
                </a:solidFill>
                <a:latin typeface="+mn-lt"/>
              </a:rPr>
              <a:t>Requisitos de UI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Google Shape;71;p9">
            <a:extLst>
              <a:ext uri="{FF2B5EF4-FFF2-40B4-BE49-F238E27FC236}">
                <a16:creationId xmlns:a16="http://schemas.microsoft.com/office/drawing/2014/main" id="{AF5BAE16-1CE6-F654-E123-7D365972933D}"/>
              </a:ext>
            </a:extLst>
          </p:cNvPr>
          <p:cNvSpPr/>
          <p:nvPr/>
        </p:nvSpPr>
        <p:spPr>
          <a:xfrm>
            <a:off x="6141176" y="1648356"/>
            <a:ext cx="2241463" cy="212194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bg1"/>
                </a:solidFill>
                <a:latin typeface="+mn-lt"/>
              </a:rPr>
              <a:t>Requisitos no funcionales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846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377863D-21A1-0F5B-34DE-6AB13E9A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>
                <a:latin typeface="+mj-lt"/>
              </a:rPr>
              <a:t>Detalles</a:t>
            </a:r>
            <a:endParaRPr lang="pt-PT" sz="2400" dirty="0">
              <a:latin typeface="+mj-lt"/>
            </a:endParaRPr>
          </a:p>
        </p:txBody>
      </p:sp>
      <p:sp>
        <p:nvSpPr>
          <p:cNvPr id="4" name="Google Shape;361;p35">
            <a:extLst>
              <a:ext uri="{FF2B5EF4-FFF2-40B4-BE49-F238E27FC236}">
                <a16:creationId xmlns:a16="http://schemas.microsoft.com/office/drawing/2014/main" id="{01CE239D-08D3-139F-9B4F-D8DEDA5D5F4F}"/>
              </a:ext>
            </a:extLst>
          </p:cNvPr>
          <p:cNvSpPr/>
          <p:nvPr/>
        </p:nvSpPr>
        <p:spPr>
          <a:xfrm rot="19817052">
            <a:off x="670520" y="1967775"/>
            <a:ext cx="576757" cy="535647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6"/>
          </a:solidFill>
          <a:ln>
            <a:solidFill>
              <a:schemeClr val="accent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341279-C727-B8D6-77FB-1C4BB1878C68}"/>
              </a:ext>
            </a:extLst>
          </p:cNvPr>
          <p:cNvSpPr txBox="1"/>
          <p:nvPr/>
        </p:nvSpPr>
        <p:spPr>
          <a:xfrm>
            <a:off x="263034" y="2971800"/>
            <a:ext cx="1568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Mínimo 2 destinos </a:t>
            </a:r>
            <a:r>
              <a:rPr lang="es-ES" sz="1200" dirty="0">
                <a:solidFill>
                  <a:schemeClr val="accent2"/>
                </a:solidFill>
                <a:latin typeface="+mn-lt"/>
              </a:rPr>
              <a:t>con vuelo de vuelta al origen</a:t>
            </a:r>
            <a:endParaRPr lang="pt-PT" sz="1200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7" name="Gráfico 6" descr="Edificio">
            <a:extLst>
              <a:ext uri="{FF2B5EF4-FFF2-40B4-BE49-F238E27FC236}">
                <a16:creationId xmlns:a16="http://schemas.microsoft.com/office/drawing/2014/main" id="{C8FEA707-5209-F3AD-0D62-862C1427A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438" y="1899450"/>
            <a:ext cx="672300" cy="6723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B1D8EAB-3B04-6FFD-8304-5785E7D1AB85}"/>
              </a:ext>
            </a:extLst>
          </p:cNvPr>
          <p:cNvSpPr txBox="1"/>
          <p:nvPr/>
        </p:nvSpPr>
        <p:spPr>
          <a:xfrm>
            <a:off x="2017262" y="2971799"/>
            <a:ext cx="156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dirty="0">
                <a:solidFill>
                  <a:schemeClr val="accent2"/>
                </a:solidFill>
                <a:latin typeface="+mn-lt"/>
              </a:rPr>
              <a:t>Hoteles con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precios actualizados</a:t>
            </a:r>
            <a:endParaRPr lang="pt-PT" sz="1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10" name="Gráfico 9" descr="Parcialmente soleado">
            <a:extLst>
              <a:ext uri="{FF2B5EF4-FFF2-40B4-BE49-F238E27FC236}">
                <a16:creationId xmlns:a16="http://schemas.microsoft.com/office/drawing/2014/main" id="{B04E0919-DAE8-CBA0-E924-E6DDF741F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4888" y="1899453"/>
            <a:ext cx="672298" cy="67229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9585F2C-9FF4-F545-750F-EBC70283CFE0}"/>
              </a:ext>
            </a:extLst>
          </p:cNvPr>
          <p:cNvSpPr txBox="1"/>
          <p:nvPr/>
        </p:nvSpPr>
        <p:spPr>
          <a:xfrm>
            <a:off x="3771490" y="2971800"/>
            <a:ext cx="156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dirty="0">
                <a:solidFill>
                  <a:schemeClr val="accent2"/>
                </a:solidFill>
                <a:latin typeface="+mn-lt"/>
              </a:rPr>
              <a:t>Actividades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filtradas</a:t>
            </a:r>
            <a:r>
              <a:rPr lang="es-ES" sz="1200" dirty="0">
                <a:solidFill>
                  <a:schemeClr val="accent2"/>
                </a:solidFill>
                <a:latin typeface="+mn-lt"/>
              </a:rPr>
              <a:t> por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clima</a:t>
            </a:r>
            <a:r>
              <a:rPr lang="es-ES" sz="1200" dirty="0">
                <a:solidFill>
                  <a:schemeClr val="accent2"/>
                </a:solidFill>
                <a:latin typeface="+mn-lt"/>
              </a:rPr>
              <a:t> y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categoría</a:t>
            </a:r>
            <a:endParaRPr lang="pt-PT" sz="1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14" name="Gráfico 13" descr="Tarjeta de crédito">
            <a:extLst>
              <a:ext uri="{FF2B5EF4-FFF2-40B4-BE49-F238E27FC236}">
                <a16:creationId xmlns:a16="http://schemas.microsoft.com/office/drawing/2014/main" id="{E5D90AA5-0D02-2F86-A6B7-3AFDC155AB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3751" y="1899453"/>
            <a:ext cx="672298" cy="67229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7F0690B-FC9B-009F-937F-4423967620AC}"/>
              </a:ext>
            </a:extLst>
          </p:cNvPr>
          <p:cNvSpPr txBox="1"/>
          <p:nvPr/>
        </p:nvSpPr>
        <p:spPr>
          <a:xfrm>
            <a:off x="5558441" y="2971799"/>
            <a:ext cx="156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dirty="0">
                <a:solidFill>
                  <a:schemeClr val="accent2"/>
                </a:solidFill>
                <a:latin typeface="+mn-lt"/>
              </a:rPr>
              <a:t>Pago mediante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PayPal</a:t>
            </a:r>
            <a:endParaRPr lang="pt-PT" sz="1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18" name="Gráfico 17" descr="Mochila">
            <a:extLst>
              <a:ext uri="{FF2B5EF4-FFF2-40B4-BE49-F238E27FC236}">
                <a16:creationId xmlns:a16="http://schemas.microsoft.com/office/drawing/2014/main" id="{2FD5D4CF-2F39-D8AD-5064-E1F84DA47F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2612" y="1840978"/>
            <a:ext cx="672300" cy="6723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F92E915-38AD-A6D8-29F7-19B1BA7FACB8}"/>
              </a:ext>
            </a:extLst>
          </p:cNvPr>
          <p:cNvSpPr txBox="1"/>
          <p:nvPr/>
        </p:nvSpPr>
        <p:spPr>
          <a:xfrm>
            <a:off x="7345392" y="2971799"/>
            <a:ext cx="156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dirty="0">
                <a:solidFill>
                  <a:schemeClr val="accent2"/>
                </a:solidFill>
                <a:latin typeface="+mn-lt"/>
              </a:rPr>
              <a:t>Paquetes turísticos 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predefinidos</a:t>
            </a:r>
            <a:endParaRPr lang="pt-PT" sz="1200" b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671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>
            <a:spLocks noGrp="1"/>
          </p:cNvSpPr>
          <p:nvPr>
            <p:ph type="title"/>
          </p:nvPr>
        </p:nvSpPr>
        <p:spPr>
          <a:xfrm flipH="1">
            <a:off x="705315" y="1952488"/>
            <a:ext cx="3497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Tecnologías</a:t>
            </a:r>
            <a:endParaRPr sz="2400" dirty="0">
              <a:latin typeface="+mj-lt"/>
            </a:endParaRPr>
          </a:p>
        </p:txBody>
      </p:sp>
      <p:sp>
        <p:nvSpPr>
          <p:cNvPr id="2" name="Google Shape;361;p35">
            <a:extLst>
              <a:ext uri="{FF2B5EF4-FFF2-40B4-BE49-F238E27FC236}">
                <a16:creationId xmlns:a16="http://schemas.microsoft.com/office/drawing/2014/main" id="{1FBA4A2A-F15C-3CE9-99BB-CBEFF9761E68}"/>
              </a:ext>
            </a:extLst>
          </p:cNvPr>
          <p:cNvSpPr/>
          <p:nvPr/>
        </p:nvSpPr>
        <p:spPr>
          <a:xfrm rot="13722921">
            <a:off x="3944258" y="4136268"/>
            <a:ext cx="517515" cy="527674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07657E-3903-91C7-A1A5-67325BDA2EC1}"/>
              </a:ext>
            </a:extLst>
          </p:cNvPr>
          <p:cNvSpPr txBox="1"/>
          <p:nvPr/>
        </p:nvSpPr>
        <p:spPr>
          <a:xfrm>
            <a:off x="8489588" y="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02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5" name="Gráfico 4" descr="Engranajes">
            <a:extLst>
              <a:ext uri="{FF2B5EF4-FFF2-40B4-BE49-F238E27FC236}">
                <a16:creationId xmlns:a16="http://schemas.microsoft.com/office/drawing/2014/main" id="{019B0743-D0D6-2F14-0AE9-E6DC2D873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035" y="514863"/>
            <a:ext cx="3930650" cy="3930650"/>
          </a:xfrm>
          <a:prstGeom prst="rect">
            <a:avLst/>
          </a:prstGeom>
        </p:spPr>
      </p:pic>
      <p:pic>
        <p:nvPicPr>
          <p:cNvPr id="7" name="Gráfico 6" descr="Equipo">
            <a:extLst>
              <a:ext uri="{FF2B5EF4-FFF2-40B4-BE49-F238E27FC236}">
                <a16:creationId xmlns:a16="http://schemas.microsoft.com/office/drawing/2014/main" id="{516BA8B0-CC67-EDC7-9ACB-DAC0391D19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3439" y="1162185"/>
            <a:ext cx="1058092" cy="1058092"/>
          </a:xfrm>
          <a:prstGeom prst="rect">
            <a:avLst/>
          </a:prstGeom>
        </p:spPr>
      </p:pic>
      <p:pic>
        <p:nvPicPr>
          <p:cNvPr id="9" name="Gráfico 8" descr="Base de datos">
            <a:extLst>
              <a:ext uri="{FF2B5EF4-FFF2-40B4-BE49-F238E27FC236}">
                <a16:creationId xmlns:a16="http://schemas.microsoft.com/office/drawing/2014/main" id="{83B9EAC9-8753-85B4-2D66-3237B0B08C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1325" y="3071464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31406A6-CBC0-65DF-B313-44F179A38C09}"/>
              </a:ext>
            </a:extLst>
          </p:cNvPr>
          <p:cNvSpPr/>
          <p:nvPr/>
        </p:nvSpPr>
        <p:spPr>
          <a:xfrm>
            <a:off x="2376812" y="1271141"/>
            <a:ext cx="4390376" cy="3566104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9" name="Google Shape;399;p38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Tecnologías Frontend</a:t>
            </a:r>
            <a:endParaRPr sz="2400" dirty="0"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A377BD-4D73-A65B-6E05-D5B5B6E9AE91}"/>
              </a:ext>
            </a:extLst>
          </p:cNvPr>
          <p:cNvSpPr txBox="1"/>
          <p:nvPr/>
        </p:nvSpPr>
        <p:spPr>
          <a:xfrm>
            <a:off x="2527300" y="1619250"/>
            <a:ext cx="3067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Node.js</a:t>
            </a: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 err="1">
                <a:solidFill>
                  <a:schemeClr val="accent2"/>
                </a:solidFill>
                <a:latin typeface="+mn-lt"/>
              </a:rPr>
              <a:t>React</a:t>
            </a:r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Vite</a:t>
            </a: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Bootstrap</a:t>
            </a: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 err="1">
                <a:solidFill>
                  <a:schemeClr val="accent2"/>
                </a:solidFill>
                <a:latin typeface="+mn-lt"/>
              </a:rPr>
              <a:t>Boostrap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1200" b="1" dirty="0" err="1">
                <a:solidFill>
                  <a:schemeClr val="accent2"/>
                </a:solidFill>
                <a:latin typeface="+mn-lt"/>
              </a:rPr>
              <a:t>Icons</a:t>
            </a:r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 err="1">
                <a:solidFill>
                  <a:schemeClr val="accent2"/>
                </a:solidFill>
                <a:latin typeface="+mn-lt"/>
              </a:rPr>
              <a:t>React</a:t>
            </a:r>
            <a:r>
              <a:rPr lang="es-ES" sz="12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1200" b="1" dirty="0" err="1">
                <a:solidFill>
                  <a:schemeClr val="accent2"/>
                </a:solidFill>
                <a:latin typeface="+mn-lt"/>
              </a:rPr>
              <a:t>Router</a:t>
            </a:r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Axios</a:t>
            </a:r>
          </a:p>
          <a:p>
            <a:endParaRPr lang="es-ES" sz="12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200" b="1" dirty="0">
                <a:solidFill>
                  <a:schemeClr val="accent2"/>
                </a:solidFill>
                <a:latin typeface="+mn-lt"/>
              </a:rPr>
              <a:t>PayPal sandbox</a:t>
            </a:r>
          </a:p>
        </p:txBody>
      </p:sp>
      <p:pic>
        <p:nvPicPr>
          <p:cNvPr id="8" name="Gráfico 7" descr="Flecha con curva ligera">
            <a:extLst>
              <a:ext uri="{FF2B5EF4-FFF2-40B4-BE49-F238E27FC236}">
                <a16:creationId xmlns:a16="http://schemas.microsoft.com/office/drawing/2014/main" id="{0CA164BD-88DA-3495-C197-1E169AD66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8674" y="1516873"/>
            <a:ext cx="519713" cy="519713"/>
          </a:xfrm>
          <a:prstGeom prst="rect">
            <a:avLst/>
          </a:prstGeom>
        </p:spPr>
      </p:pic>
      <p:pic>
        <p:nvPicPr>
          <p:cNvPr id="10" name="Gráfico 9" descr="Flecha con curva ligera">
            <a:extLst>
              <a:ext uri="{FF2B5EF4-FFF2-40B4-BE49-F238E27FC236}">
                <a16:creationId xmlns:a16="http://schemas.microsoft.com/office/drawing/2014/main" id="{CDAD5E50-A51E-9F30-F406-7703CC482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8671" y="1990647"/>
            <a:ext cx="519713" cy="519713"/>
          </a:xfrm>
          <a:prstGeom prst="rect">
            <a:avLst/>
          </a:prstGeom>
        </p:spPr>
      </p:pic>
      <p:pic>
        <p:nvPicPr>
          <p:cNvPr id="11" name="Gráfico 10" descr="Flecha con curva ligera">
            <a:extLst>
              <a:ext uri="{FF2B5EF4-FFF2-40B4-BE49-F238E27FC236}">
                <a16:creationId xmlns:a16="http://schemas.microsoft.com/office/drawing/2014/main" id="{84F702AA-7271-495A-492D-E4019D5D6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8673" y="2304867"/>
            <a:ext cx="519713" cy="519713"/>
          </a:xfrm>
          <a:prstGeom prst="rect">
            <a:avLst/>
          </a:prstGeom>
        </p:spPr>
      </p:pic>
      <p:pic>
        <p:nvPicPr>
          <p:cNvPr id="12" name="Gráfico 11" descr="Flecha con curva ligera">
            <a:extLst>
              <a:ext uri="{FF2B5EF4-FFF2-40B4-BE49-F238E27FC236}">
                <a16:creationId xmlns:a16="http://schemas.microsoft.com/office/drawing/2014/main" id="{C345DC34-663F-3705-3109-9E31598DF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7288" y="2666817"/>
            <a:ext cx="519713" cy="519713"/>
          </a:xfrm>
          <a:prstGeom prst="rect">
            <a:avLst/>
          </a:prstGeom>
        </p:spPr>
      </p:pic>
      <p:pic>
        <p:nvPicPr>
          <p:cNvPr id="13" name="Gráfico 12" descr="Flecha con curva ligera">
            <a:extLst>
              <a:ext uri="{FF2B5EF4-FFF2-40B4-BE49-F238E27FC236}">
                <a16:creationId xmlns:a16="http://schemas.microsoft.com/office/drawing/2014/main" id="{C48C5F6F-6916-2D70-261A-DB3B2069B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8671" y="3352646"/>
            <a:ext cx="519713" cy="519713"/>
          </a:xfrm>
          <a:prstGeom prst="rect">
            <a:avLst/>
          </a:prstGeom>
        </p:spPr>
      </p:pic>
      <p:pic>
        <p:nvPicPr>
          <p:cNvPr id="14" name="Gráfico 13" descr="Flecha con curva ligera">
            <a:extLst>
              <a:ext uri="{FF2B5EF4-FFF2-40B4-BE49-F238E27FC236}">
                <a16:creationId xmlns:a16="http://schemas.microsoft.com/office/drawing/2014/main" id="{5071E020-C094-436C-82C6-EF3B76BB9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980" y="3028767"/>
            <a:ext cx="519713" cy="519713"/>
          </a:xfrm>
          <a:prstGeom prst="rect">
            <a:avLst/>
          </a:prstGeom>
        </p:spPr>
      </p:pic>
      <p:pic>
        <p:nvPicPr>
          <p:cNvPr id="15" name="Gráfico 14" descr="Flecha con curva ligera">
            <a:extLst>
              <a:ext uri="{FF2B5EF4-FFF2-40B4-BE49-F238E27FC236}">
                <a16:creationId xmlns:a16="http://schemas.microsoft.com/office/drawing/2014/main" id="{43FFA175-71D1-8355-86FA-2407B0EDE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8671" y="3699681"/>
            <a:ext cx="519713" cy="51971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E49B6A8-396F-9935-4E37-3B431956881F}"/>
              </a:ext>
            </a:extLst>
          </p:cNvPr>
          <p:cNvSpPr txBox="1"/>
          <p:nvPr/>
        </p:nvSpPr>
        <p:spPr>
          <a:xfrm>
            <a:off x="5007125" y="1644653"/>
            <a:ext cx="1498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Entorno de ejecución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Librería de UI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Servidor desarrollo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Framework CSS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Iconografía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Navegación págs.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Peticiones HTTP</a:t>
            </a:r>
          </a:p>
          <a:p>
            <a:endParaRPr lang="es-ES" sz="110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100" b="1" i="1" dirty="0">
                <a:solidFill>
                  <a:schemeClr val="accent2"/>
                </a:solidFill>
                <a:latin typeface="+mn-lt"/>
              </a:rPr>
              <a:t>Integración pagos</a:t>
            </a:r>
          </a:p>
        </p:txBody>
      </p:sp>
      <p:pic>
        <p:nvPicPr>
          <p:cNvPr id="19" name="Gráfico 18" descr="Flecha con curva ligera">
            <a:extLst>
              <a:ext uri="{FF2B5EF4-FFF2-40B4-BE49-F238E27FC236}">
                <a16:creationId xmlns:a16="http://schemas.microsoft.com/office/drawing/2014/main" id="{5EA8FE8A-E311-5427-9DE3-BE84F2E81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7287" y="4043809"/>
            <a:ext cx="519713" cy="519713"/>
          </a:xfrm>
          <a:prstGeom prst="rect">
            <a:avLst/>
          </a:prstGeom>
        </p:spPr>
      </p:pic>
      <p:sp>
        <p:nvSpPr>
          <p:cNvPr id="22" name="Google Shape;24;p2">
            <a:extLst>
              <a:ext uri="{FF2B5EF4-FFF2-40B4-BE49-F238E27FC236}">
                <a16:creationId xmlns:a16="http://schemas.microsoft.com/office/drawing/2014/main" id="{4B5650C7-C301-6B8C-1FB3-027758539CE1}"/>
              </a:ext>
            </a:extLst>
          </p:cNvPr>
          <p:cNvSpPr/>
          <p:nvPr/>
        </p:nvSpPr>
        <p:spPr>
          <a:xfrm>
            <a:off x="439906" y="3622263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4;p2">
            <a:extLst>
              <a:ext uri="{FF2B5EF4-FFF2-40B4-BE49-F238E27FC236}">
                <a16:creationId xmlns:a16="http://schemas.microsoft.com/office/drawing/2014/main" id="{1775662E-7A79-9DD4-AB6E-D06B9E3032A0}"/>
              </a:ext>
            </a:extLst>
          </p:cNvPr>
          <p:cNvSpPr/>
          <p:nvPr/>
        </p:nvSpPr>
        <p:spPr>
          <a:xfrm>
            <a:off x="8076528" y="1687435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3EA92CC4-7C92-5481-D258-5C82DEC0474A}"/>
              </a:ext>
            </a:extLst>
          </p:cNvPr>
          <p:cNvSpPr/>
          <p:nvPr/>
        </p:nvSpPr>
        <p:spPr>
          <a:xfrm>
            <a:off x="1083403" y="2666817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4;p2">
            <a:extLst>
              <a:ext uri="{FF2B5EF4-FFF2-40B4-BE49-F238E27FC236}">
                <a16:creationId xmlns:a16="http://schemas.microsoft.com/office/drawing/2014/main" id="{53C835BC-2476-505B-B3BB-C607B3DF9331}"/>
              </a:ext>
            </a:extLst>
          </p:cNvPr>
          <p:cNvSpPr/>
          <p:nvPr/>
        </p:nvSpPr>
        <p:spPr>
          <a:xfrm>
            <a:off x="7035926" y="4064558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57B1AF59-F6AA-7E3E-779E-099504E1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9296F16F-F87B-C1C7-AB9B-F87F9C658C88}"/>
              </a:ext>
            </a:extLst>
          </p:cNvPr>
          <p:cNvSpPr/>
          <p:nvPr/>
        </p:nvSpPr>
        <p:spPr>
          <a:xfrm>
            <a:off x="440935" y="1401288"/>
            <a:ext cx="4237740" cy="3192608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9" name="Google Shape;399;p38">
            <a:extLst>
              <a:ext uri="{FF2B5EF4-FFF2-40B4-BE49-F238E27FC236}">
                <a16:creationId xmlns:a16="http://schemas.microsoft.com/office/drawing/2014/main" id="{BF5F83BB-5D89-E9F0-6332-105AA2332C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Tecnologías Backend + BD</a:t>
            </a:r>
            <a:endParaRPr sz="2400" dirty="0"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4F90BA-F026-0475-C5F8-A188C296B6E3}"/>
              </a:ext>
            </a:extLst>
          </p:cNvPr>
          <p:cNvSpPr txBox="1"/>
          <p:nvPr/>
        </p:nvSpPr>
        <p:spPr>
          <a:xfrm>
            <a:off x="540000" y="1512570"/>
            <a:ext cx="306705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Java</a:t>
            </a: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Spring </a:t>
            </a: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Boot</a:t>
            </a:r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Spring Security</a:t>
            </a: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Jwt</a:t>
            </a:r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Spring Data JPA</a:t>
            </a: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Hibernate</a:t>
            </a:r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MySQL </a:t>
            </a: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Connector</a:t>
            </a:r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Lombok</a:t>
            </a: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Spring </a:t>
            </a: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Doc</a:t>
            </a:r>
            <a:r>
              <a:rPr lang="es-ES" sz="11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1100" b="1" dirty="0" err="1">
                <a:solidFill>
                  <a:schemeClr val="accent2"/>
                </a:solidFill>
                <a:latin typeface="+mn-lt"/>
              </a:rPr>
              <a:t>OpenAPI</a:t>
            </a:r>
            <a:endParaRPr lang="es-ES" sz="11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8" name="Gráfico 7" descr="Flecha con curva ligera">
            <a:extLst>
              <a:ext uri="{FF2B5EF4-FFF2-40B4-BE49-F238E27FC236}">
                <a16:creationId xmlns:a16="http://schemas.microsoft.com/office/drawing/2014/main" id="{A19D9635-8493-4011-F2B8-B10F9E833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9006" y="1445446"/>
            <a:ext cx="401611" cy="401611"/>
          </a:xfrm>
          <a:prstGeom prst="rect">
            <a:avLst/>
          </a:prstGeom>
        </p:spPr>
      </p:pic>
      <p:pic>
        <p:nvPicPr>
          <p:cNvPr id="10" name="Gráfico 9" descr="Flecha con curva ligera">
            <a:extLst>
              <a:ext uri="{FF2B5EF4-FFF2-40B4-BE49-F238E27FC236}">
                <a16:creationId xmlns:a16="http://schemas.microsoft.com/office/drawing/2014/main" id="{4654C5CD-3D75-D089-13D7-8ED4A45AE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0586" y="2112473"/>
            <a:ext cx="401611" cy="401611"/>
          </a:xfrm>
          <a:prstGeom prst="rect">
            <a:avLst/>
          </a:prstGeom>
        </p:spPr>
      </p:pic>
      <p:pic>
        <p:nvPicPr>
          <p:cNvPr id="11" name="Gráfico 10" descr="Flecha con curva ligera">
            <a:extLst>
              <a:ext uri="{FF2B5EF4-FFF2-40B4-BE49-F238E27FC236}">
                <a16:creationId xmlns:a16="http://schemas.microsoft.com/office/drawing/2014/main" id="{EF2E95A2-ABD8-525B-2ED1-E8FDDB10D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0586" y="2452831"/>
            <a:ext cx="401611" cy="401611"/>
          </a:xfrm>
          <a:prstGeom prst="rect">
            <a:avLst/>
          </a:prstGeom>
        </p:spPr>
      </p:pic>
      <p:pic>
        <p:nvPicPr>
          <p:cNvPr id="12" name="Gráfico 11" descr="Flecha con curva ligera">
            <a:extLst>
              <a:ext uri="{FF2B5EF4-FFF2-40B4-BE49-F238E27FC236}">
                <a16:creationId xmlns:a16="http://schemas.microsoft.com/office/drawing/2014/main" id="{D4821EB4-2EE1-2912-6F20-00B10024C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9202" y="2853274"/>
            <a:ext cx="401611" cy="401611"/>
          </a:xfrm>
          <a:prstGeom prst="rect">
            <a:avLst/>
          </a:prstGeom>
        </p:spPr>
      </p:pic>
      <p:pic>
        <p:nvPicPr>
          <p:cNvPr id="13" name="Gráfico 12" descr="Flecha con curva ligera">
            <a:extLst>
              <a:ext uri="{FF2B5EF4-FFF2-40B4-BE49-F238E27FC236}">
                <a16:creationId xmlns:a16="http://schemas.microsoft.com/office/drawing/2014/main" id="{913BC8DF-717E-94DE-8E3C-FFE519EEF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894" y="3498349"/>
            <a:ext cx="401611" cy="401611"/>
          </a:xfrm>
          <a:prstGeom prst="rect">
            <a:avLst/>
          </a:prstGeom>
        </p:spPr>
      </p:pic>
      <p:pic>
        <p:nvPicPr>
          <p:cNvPr id="14" name="Gráfico 13" descr="Flecha con curva ligera">
            <a:extLst>
              <a:ext uri="{FF2B5EF4-FFF2-40B4-BE49-F238E27FC236}">
                <a16:creationId xmlns:a16="http://schemas.microsoft.com/office/drawing/2014/main" id="{69F50E47-11E1-9B08-283F-D2EF7946F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9202" y="3202835"/>
            <a:ext cx="401611" cy="401611"/>
          </a:xfrm>
          <a:prstGeom prst="rect">
            <a:avLst/>
          </a:prstGeom>
        </p:spPr>
      </p:pic>
      <p:pic>
        <p:nvPicPr>
          <p:cNvPr id="15" name="Gráfico 14" descr="Flecha con curva ligera">
            <a:extLst>
              <a:ext uri="{FF2B5EF4-FFF2-40B4-BE49-F238E27FC236}">
                <a16:creationId xmlns:a16="http://schemas.microsoft.com/office/drawing/2014/main" id="{C90449F5-24A3-EAD8-FC3D-D534B7C03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5077" y="3795861"/>
            <a:ext cx="401611" cy="401611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1130286-0E44-DF35-019A-6AF506BE5E6B}"/>
              </a:ext>
            </a:extLst>
          </p:cNvPr>
          <p:cNvSpPr txBox="1"/>
          <p:nvPr/>
        </p:nvSpPr>
        <p:spPr>
          <a:xfrm>
            <a:off x="2789730" y="1505568"/>
            <a:ext cx="167740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Lenguaje programación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Framework </a:t>
            </a:r>
            <a:r>
              <a:rPr lang="es-ES" sz="1050" b="1" i="1" dirty="0" err="1">
                <a:solidFill>
                  <a:schemeClr val="accent2"/>
                </a:solidFill>
                <a:latin typeface="+mn-lt"/>
              </a:rPr>
              <a:t>backend</a:t>
            </a:r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Autenticación y </a:t>
            </a:r>
            <a:r>
              <a:rPr lang="es-ES" sz="1050" b="1" i="1" dirty="0" err="1">
                <a:solidFill>
                  <a:schemeClr val="accent2"/>
                </a:solidFill>
                <a:latin typeface="+mn-lt"/>
              </a:rPr>
              <a:t>auth</a:t>
            </a:r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.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Generación y val. Tokens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Acceso a la BD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ORM para mapear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Conexión BD</a:t>
            </a: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 err="1">
                <a:solidFill>
                  <a:schemeClr val="accent2"/>
                </a:solidFill>
                <a:latin typeface="+mn-lt"/>
              </a:rPr>
              <a:t>Boilerplate</a:t>
            </a:r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endParaRPr lang="es-ES" sz="1050" b="1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1050" b="1" i="1" dirty="0" err="1">
                <a:solidFill>
                  <a:schemeClr val="accent2"/>
                </a:solidFill>
                <a:latin typeface="+mn-lt"/>
              </a:rPr>
              <a:t>Swagger</a:t>
            </a:r>
            <a:endParaRPr lang="es-ES" sz="1050" b="1" i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19" name="Gráfico 18" descr="Flecha con curva ligera">
            <a:extLst>
              <a:ext uri="{FF2B5EF4-FFF2-40B4-BE49-F238E27FC236}">
                <a16:creationId xmlns:a16="http://schemas.microsoft.com/office/drawing/2014/main" id="{B3AF5B2F-9A9F-0153-7168-9D43A880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9202" y="4111780"/>
            <a:ext cx="401611" cy="401611"/>
          </a:xfrm>
          <a:prstGeom prst="rect">
            <a:avLst/>
          </a:prstGeom>
        </p:spPr>
      </p:pic>
      <p:pic>
        <p:nvPicPr>
          <p:cNvPr id="2" name="Gráfico 1" descr="Flecha con curva ligera">
            <a:extLst>
              <a:ext uri="{FF2B5EF4-FFF2-40B4-BE49-F238E27FC236}">
                <a16:creationId xmlns:a16="http://schemas.microsoft.com/office/drawing/2014/main" id="{A696AC03-CB65-994D-2B6F-8C327194A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894" y="1766078"/>
            <a:ext cx="401611" cy="40161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B159354-9D23-4EA2-C1CF-11605A946BD2}"/>
              </a:ext>
            </a:extLst>
          </p:cNvPr>
          <p:cNvSpPr txBox="1"/>
          <p:nvPr/>
        </p:nvSpPr>
        <p:spPr>
          <a:xfrm>
            <a:off x="1931636" y="1183901"/>
            <a:ext cx="1276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solidFill>
                  <a:schemeClr val="accent1"/>
                </a:solidFill>
                <a:latin typeface="+mj-lt"/>
              </a:rPr>
              <a:t>Backend</a:t>
            </a:r>
            <a:endParaRPr lang="pt-PT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35611D7-4190-F859-5C7E-7B2800E4A4A2}"/>
              </a:ext>
            </a:extLst>
          </p:cNvPr>
          <p:cNvSpPr/>
          <p:nvPr/>
        </p:nvSpPr>
        <p:spPr>
          <a:xfrm>
            <a:off x="6241800" y="2167689"/>
            <a:ext cx="2362200" cy="1910572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D4FA86-810C-8C3A-5BA8-44336DC78D6D}"/>
              </a:ext>
            </a:extLst>
          </p:cNvPr>
          <p:cNvSpPr txBox="1"/>
          <p:nvPr/>
        </p:nvSpPr>
        <p:spPr>
          <a:xfrm>
            <a:off x="6584196" y="1974724"/>
            <a:ext cx="1677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/>
                </a:solidFill>
                <a:latin typeface="+mj-lt"/>
              </a:rPr>
              <a:t>Base de Datos</a:t>
            </a:r>
            <a:endParaRPr lang="pt-PT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B4F659-A294-516B-19D1-C798F781C397}"/>
              </a:ext>
            </a:extLst>
          </p:cNvPr>
          <p:cNvSpPr txBox="1"/>
          <p:nvPr/>
        </p:nvSpPr>
        <p:spPr>
          <a:xfrm>
            <a:off x="6295140" y="2566705"/>
            <a:ext cx="30670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accent2"/>
                </a:solidFill>
                <a:latin typeface="+mn-lt"/>
              </a:rPr>
              <a:t>MySQL</a:t>
            </a:r>
          </a:p>
          <a:p>
            <a:endParaRPr lang="es-ES" sz="11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9" name="Gráfico 8" descr="Flecha con curva ligera">
            <a:extLst>
              <a:ext uri="{FF2B5EF4-FFF2-40B4-BE49-F238E27FC236}">
                <a16:creationId xmlns:a16="http://schemas.microsoft.com/office/drawing/2014/main" id="{1D9FCB91-259B-6DB0-F1DD-E5A05BF47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2906" y="2506243"/>
            <a:ext cx="401611" cy="401611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55E5243-8C81-39E6-1986-149F5B575F05}"/>
              </a:ext>
            </a:extLst>
          </p:cNvPr>
          <p:cNvSpPr txBox="1"/>
          <p:nvPr/>
        </p:nvSpPr>
        <p:spPr>
          <a:xfrm>
            <a:off x="7570717" y="2577108"/>
            <a:ext cx="16774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i="1" dirty="0">
                <a:solidFill>
                  <a:schemeClr val="accent2"/>
                </a:solidFill>
                <a:latin typeface="+mn-lt"/>
              </a:rPr>
              <a:t>BD relacional</a:t>
            </a:r>
          </a:p>
        </p:txBody>
      </p:sp>
    </p:spTree>
    <p:extLst>
      <p:ext uri="{BB962C8B-B14F-4D97-AF65-F5344CB8AC3E}">
        <p14:creationId xmlns:p14="http://schemas.microsoft.com/office/powerpoint/2010/main" val="1371739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23A4F79F-6522-3F0C-ADF1-F11BBDCB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>
            <a:extLst>
              <a:ext uri="{FF2B5EF4-FFF2-40B4-BE49-F238E27FC236}">
                <a16:creationId xmlns:a16="http://schemas.microsoft.com/office/drawing/2014/main" id="{0EA9AE2B-2507-E18D-D89B-4927903562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APIs externas</a:t>
            </a:r>
            <a:endParaRPr sz="2400" dirty="0">
              <a:latin typeface="+mj-lt"/>
            </a:endParaRPr>
          </a:p>
        </p:txBody>
      </p:sp>
      <p:sp>
        <p:nvSpPr>
          <p:cNvPr id="5" name="Google Shape;24;p2">
            <a:extLst>
              <a:ext uri="{FF2B5EF4-FFF2-40B4-BE49-F238E27FC236}">
                <a16:creationId xmlns:a16="http://schemas.microsoft.com/office/drawing/2014/main" id="{6C2C55F3-01AE-06DF-6184-4F4104FDCCC9}"/>
              </a:ext>
            </a:extLst>
          </p:cNvPr>
          <p:cNvSpPr/>
          <p:nvPr/>
        </p:nvSpPr>
        <p:spPr>
          <a:xfrm>
            <a:off x="8060597" y="1754853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24;p2">
            <a:extLst>
              <a:ext uri="{FF2B5EF4-FFF2-40B4-BE49-F238E27FC236}">
                <a16:creationId xmlns:a16="http://schemas.microsoft.com/office/drawing/2014/main" id="{59F61DD9-2F19-E3C1-AD4C-8B402826210C}"/>
              </a:ext>
            </a:extLst>
          </p:cNvPr>
          <p:cNvSpPr/>
          <p:nvPr/>
        </p:nvSpPr>
        <p:spPr>
          <a:xfrm>
            <a:off x="7296529" y="4115835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24;p2">
            <a:extLst>
              <a:ext uri="{FF2B5EF4-FFF2-40B4-BE49-F238E27FC236}">
                <a16:creationId xmlns:a16="http://schemas.microsoft.com/office/drawing/2014/main" id="{49CAEDA4-2A2F-D015-8560-E8C724139696}"/>
              </a:ext>
            </a:extLst>
          </p:cNvPr>
          <p:cNvSpPr/>
          <p:nvPr/>
        </p:nvSpPr>
        <p:spPr>
          <a:xfrm>
            <a:off x="439906" y="3622263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4;p2">
            <a:extLst>
              <a:ext uri="{FF2B5EF4-FFF2-40B4-BE49-F238E27FC236}">
                <a16:creationId xmlns:a16="http://schemas.microsoft.com/office/drawing/2014/main" id="{85E312E9-F9B3-97F2-86A7-FA6094A0679B}"/>
              </a:ext>
            </a:extLst>
          </p:cNvPr>
          <p:cNvSpPr/>
          <p:nvPr/>
        </p:nvSpPr>
        <p:spPr>
          <a:xfrm>
            <a:off x="1083403" y="2666817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4FD322FF-CC69-1F14-1C62-22A7210A3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629306"/>
              </p:ext>
            </p:extLst>
          </p:nvPr>
        </p:nvGraphicFramePr>
        <p:xfrm>
          <a:off x="2147885" y="1754853"/>
          <a:ext cx="4885375" cy="22250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509715">
                  <a:extLst>
                    <a:ext uri="{9D8B030D-6E8A-4147-A177-3AD203B41FA5}">
                      <a16:colId xmlns:a16="http://schemas.microsoft.com/office/drawing/2014/main" val="1625850002"/>
                    </a:ext>
                  </a:extLst>
                </a:gridCol>
                <a:gridCol w="3375660">
                  <a:extLst>
                    <a:ext uri="{9D8B030D-6E8A-4147-A177-3AD203B41FA5}">
                      <a16:colId xmlns:a16="http://schemas.microsoft.com/office/drawing/2014/main" val="3797563063"/>
                    </a:ext>
                  </a:extLst>
                </a:gridCol>
              </a:tblGrid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API externa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Uso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77269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Duffel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Vuelos y aeropuertos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14712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LiteAPI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Hoteles con precios y valoración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120459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OpenWeatherMap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Clima actual de la ciudad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24336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OpenTripMap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Puntos de interés y actividades por ciudad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20750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GeoNames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Ciudades principales por país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514016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RestCountries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Países con banderas, coordenadas y área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0030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accent2"/>
                          </a:solidFill>
                        </a:rPr>
                        <a:t>PayPal Sandbox</a:t>
                      </a:r>
                      <a:endParaRPr lang="pt-PT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Procesamiento pagos (prueba)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7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82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p9">
            <a:extLst>
              <a:ext uri="{FF2B5EF4-FFF2-40B4-BE49-F238E27FC236}">
                <a16:creationId xmlns:a16="http://schemas.microsoft.com/office/drawing/2014/main" id="{313E0BE2-7C35-4C4A-20F2-68DA078D4B15}"/>
              </a:ext>
            </a:extLst>
          </p:cNvPr>
          <p:cNvSpPr/>
          <p:nvPr/>
        </p:nvSpPr>
        <p:spPr>
          <a:xfrm>
            <a:off x="4330787" y="2289706"/>
            <a:ext cx="4119793" cy="716350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32124A-C76B-C525-F9DE-BC30A294705D}"/>
              </a:ext>
            </a:extLst>
          </p:cNvPr>
          <p:cNvSpPr txBox="1"/>
          <p:nvPr/>
        </p:nvSpPr>
        <p:spPr>
          <a:xfrm>
            <a:off x="4330787" y="2417049"/>
            <a:ext cx="4328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+mj-lt"/>
              </a:rPr>
              <a:t>Arquitectura del sistema</a:t>
            </a:r>
            <a:endParaRPr lang="pt-PT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C37AFF-9B3F-196B-6989-105943A8C16D}"/>
              </a:ext>
            </a:extLst>
          </p:cNvPr>
          <p:cNvSpPr txBox="1"/>
          <p:nvPr/>
        </p:nvSpPr>
        <p:spPr>
          <a:xfrm>
            <a:off x="124098" y="12525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03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6" name="Gráfico 5" descr="Regla">
            <a:extLst>
              <a:ext uri="{FF2B5EF4-FFF2-40B4-BE49-F238E27FC236}">
                <a16:creationId xmlns:a16="http://schemas.microsoft.com/office/drawing/2014/main" id="{8232084C-A2FC-BE35-6C02-6841C9A69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709867">
            <a:off x="6618255" y="113021"/>
            <a:ext cx="2538121" cy="2538121"/>
          </a:xfrm>
          <a:prstGeom prst="rect">
            <a:avLst/>
          </a:prstGeom>
        </p:spPr>
      </p:pic>
      <p:pic>
        <p:nvPicPr>
          <p:cNvPr id="8" name="Gráfico 7" descr="Compás de dibujo">
            <a:extLst>
              <a:ext uri="{FF2B5EF4-FFF2-40B4-BE49-F238E27FC236}">
                <a16:creationId xmlns:a16="http://schemas.microsoft.com/office/drawing/2014/main" id="{4F786BBD-1629-F137-7232-9A9E43785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30510">
            <a:off x="1570786" y="342963"/>
            <a:ext cx="2302489" cy="23024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áfico 1" descr="Imagen generada por Claude">
            <a:extLst>
              <a:ext uri="{FF2B5EF4-FFF2-40B4-BE49-F238E27FC236}">
                <a16:creationId xmlns:a16="http://schemas.microsoft.com/office/drawing/2014/main" id="{DCC1E55E-C7F9-3F94-A186-ACB71C983E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19" t="5501" r="3180" b="11499"/>
          <a:stretch>
            <a:fillRect/>
          </a:stretch>
        </p:blipFill>
        <p:spPr>
          <a:xfrm>
            <a:off x="2412000" y="1476000"/>
            <a:ext cx="4104000" cy="298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FBEB2D-30D3-D896-A894-E6B32618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" y="397400"/>
            <a:ext cx="5822700" cy="572700"/>
          </a:xfrm>
        </p:spPr>
        <p:txBody>
          <a:bodyPr/>
          <a:lstStyle/>
          <a:p>
            <a:r>
              <a:rPr lang="es-ES" sz="2400" dirty="0">
                <a:latin typeface="+mj-lt"/>
              </a:rPr>
              <a:t>Diagrama de arquitectura del sistema  </a:t>
            </a:r>
            <a:endParaRPr lang="pt-PT" sz="2400" dirty="0">
              <a:latin typeface="+mj-lt"/>
            </a:endParaRPr>
          </a:p>
        </p:txBody>
      </p:sp>
      <p:sp>
        <p:nvSpPr>
          <p:cNvPr id="15" name="Google Shape;24;p2">
            <a:extLst>
              <a:ext uri="{FF2B5EF4-FFF2-40B4-BE49-F238E27FC236}">
                <a16:creationId xmlns:a16="http://schemas.microsoft.com/office/drawing/2014/main" id="{DB26BD85-42EF-B41E-CFB7-A81B9AAF9609}"/>
              </a:ext>
            </a:extLst>
          </p:cNvPr>
          <p:cNvSpPr/>
          <p:nvPr/>
        </p:nvSpPr>
        <p:spPr>
          <a:xfrm>
            <a:off x="1203974" y="296049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4;p2">
            <a:extLst>
              <a:ext uri="{FF2B5EF4-FFF2-40B4-BE49-F238E27FC236}">
                <a16:creationId xmlns:a16="http://schemas.microsoft.com/office/drawing/2014/main" id="{F59D9749-DB2C-E9AD-6022-3B29F6315AB1}"/>
              </a:ext>
            </a:extLst>
          </p:cNvPr>
          <p:cNvSpPr/>
          <p:nvPr/>
        </p:nvSpPr>
        <p:spPr>
          <a:xfrm>
            <a:off x="439906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4;p2">
            <a:extLst>
              <a:ext uri="{FF2B5EF4-FFF2-40B4-BE49-F238E27FC236}">
                <a16:creationId xmlns:a16="http://schemas.microsoft.com/office/drawing/2014/main" id="{707244AF-0877-698B-175D-9A22E12375E9}"/>
              </a:ext>
            </a:extLst>
          </p:cNvPr>
          <p:cNvSpPr/>
          <p:nvPr/>
        </p:nvSpPr>
        <p:spPr>
          <a:xfrm>
            <a:off x="7054251" y="289546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24;p2">
            <a:extLst>
              <a:ext uri="{FF2B5EF4-FFF2-40B4-BE49-F238E27FC236}">
                <a16:creationId xmlns:a16="http://schemas.microsoft.com/office/drawing/2014/main" id="{CD940CF5-6C9F-01E2-78FB-A2F202D58A2A}"/>
              </a:ext>
            </a:extLst>
          </p:cNvPr>
          <p:cNvSpPr/>
          <p:nvPr/>
        </p:nvSpPr>
        <p:spPr>
          <a:xfrm>
            <a:off x="7818319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24;p2">
            <a:extLst>
              <a:ext uri="{FF2B5EF4-FFF2-40B4-BE49-F238E27FC236}">
                <a16:creationId xmlns:a16="http://schemas.microsoft.com/office/drawing/2014/main" id="{6575E24B-457B-D8C6-8445-FB9F590752E3}"/>
              </a:ext>
            </a:extLst>
          </p:cNvPr>
          <p:cNvSpPr/>
          <p:nvPr/>
        </p:nvSpPr>
        <p:spPr>
          <a:xfrm>
            <a:off x="7818319" y="40494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4;p2">
            <a:extLst>
              <a:ext uri="{FF2B5EF4-FFF2-40B4-BE49-F238E27FC236}">
                <a16:creationId xmlns:a16="http://schemas.microsoft.com/office/drawing/2014/main" id="{A0B829DE-97A6-1597-0921-769346D7BE5E}"/>
              </a:ext>
            </a:extLst>
          </p:cNvPr>
          <p:cNvSpPr/>
          <p:nvPr/>
        </p:nvSpPr>
        <p:spPr>
          <a:xfrm>
            <a:off x="439906" y="404798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4;p2">
            <a:extLst>
              <a:ext uri="{FF2B5EF4-FFF2-40B4-BE49-F238E27FC236}">
                <a16:creationId xmlns:a16="http://schemas.microsoft.com/office/drawing/2014/main" id="{28D594F2-A9C2-8ACB-CBCE-586E786EDD21}"/>
              </a:ext>
            </a:extLst>
          </p:cNvPr>
          <p:cNvSpPr/>
          <p:nvPr/>
        </p:nvSpPr>
        <p:spPr>
          <a:xfrm>
            <a:off x="7436285" y="3472481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4;p2">
            <a:extLst>
              <a:ext uri="{FF2B5EF4-FFF2-40B4-BE49-F238E27FC236}">
                <a16:creationId xmlns:a16="http://schemas.microsoft.com/office/drawing/2014/main" id="{24CFAB8B-7303-AC91-E52E-16CFB77B57D5}"/>
              </a:ext>
            </a:extLst>
          </p:cNvPr>
          <p:cNvSpPr/>
          <p:nvPr/>
        </p:nvSpPr>
        <p:spPr>
          <a:xfrm>
            <a:off x="7436285" y="2450016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4;p2">
            <a:extLst>
              <a:ext uri="{FF2B5EF4-FFF2-40B4-BE49-F238E27FC236}">
                <a16:creationId xmlns:a16="http://schemas.microsoft.com/office/drawing/2014/main" id="{A75B1CA1-D549-7697-2598-148ED9DA6007}"/>
              </a:ext>
            </a:extLst>
          </p:cNvPr>
          <p:cNvSpPr/>
          <p:nvPr/>
        </p:nvSpPr>
        <p:spPr>
          <a:xfrm>
            <a:off x="943647" y="241691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59C3189C-FB33-C35D-3A64-FDF29F0B8315}"/>
              </a:ext>
            </a:extLst>
          </p:cNvPr>
          <p:cNvSpPr/>
          <p:nvPr/>
        </p:nvSpPr>
        <p:spPr>
          <a:xfrm>
            <a:off x="943647" y="350407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9F6A8C1-C9CF-8CB3-8EEC-CB1FBF2D2F1F}"/>
              </a:ext>
            </a:extLst>
          </p:cNvPr>
          <p:cNvSpPr txBox="1"/>
          <p:nvPr/>
        </p:nvSpPr>
        <p:spPr>
          <a:xfrm>
            <a:off x="2412000" y="4464000"/>
            <a:ext cx="355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i="1" dirty="0">
                <a:solidFill>
                  <a:schemeClr val="accent2"/>
                </a:solidFill>
                <a:latin typeface="+mn-lt"/>
              </a:rPr>
              <a:t>Nota: Imagen generada por </a:t>
            </a:r>
            <a:r>
              <a:rPr lang="es-ES" sz="800" i="1" dirty="0" err="1">
                <a:solidFill>
                  <a:schemeClr val="accent2"/>
                </a:solidFill>
                <a:latin typeface="+mn-lt"/>
              </a:rPr>
              <a:t>Sonnet</a:t>
            </a:r>
            <a:r>
              <a:rPr lang="es-ES" sz="800" i="1" dirty="0">
                <a:solidFill>
                  <a:schemeClr val="accent2"/>
                </a:solidFill>
                <a:latin typeface="+mn-lt"/>
              </a:rPr>
              <a:t> 4.6</a:t>
            </a:r>
            <a:endParaRPr lang="pt-PT" sz="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37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428">
          <a:extLst>
            <a:ext uri="{FF2B5EF4-FFF2-40B4-BE49-F238E27FC236}">
              <a16:creationId xmlns:a16="http://schemas.microsoft.com/office/drawing/2014/main" id="{2F115A6E-EDE2-3A8A-D26D-89F02098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>
            <a:extLst>
              <a:ext uri="{FF2B5EF4-FFF2-40B4-BE49-F238E27FC236}">
                <a16:creationId xmlns:a16="http://schemas.microsoft.com/office/drawing/2014/main" id="{B8ABEAC3-12FE-8447-A868-AAD54E218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504009" y="1753254"/>
            <a:ext cx="464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Base de datos</a:t>
            </a:r>
            <a:endParaRPr dirty="0"/>
          </a:p>
        </p:txBody>
      </p:sp>
      <p:sp>
        <p:nvSpPr>
          <p:cNvPr id="2" name="Google Shape;148;p17">
            <a:extLst>
              <a:ext uri="{FF2B5EF4-FFF2-40B4-BE49-F238E27FC236}">
                <a16:creationId xmlns:a16="http://schemas.microsoft.com/office/drawing/2014/main" id="{176B386C-823D-5DE6-FDBA-D7973066B1D5}"/>
              </a:ext>
            </a:extLst>
          </p:cNvPr>
          <p:cNvSpPr/>
          <p:nvPr/>
        </p:nvSpPr>
        <p:spPr>
          <a:xfrm rot="225497">
            <a:off x="7355756" y="3906613"/>
            <a:ext cx="517557" cy="527717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04D6E3-8DC5-9AF6-39EB-820DAF3EE538}"/>
              </a:ext>
            </a:extLst>
          </p:cNvPr>
          <p:cNvSpPr txBox="1"/>
          <p:nvPr/>
        </p:nvSpPr>
        <p:spPr>
          <a:xfrm>
            <a:off x="8489588" y="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04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5" name="Gráfico 4" descr="Servidor">
            <a:extLst>
              <a:ext uri="{FF2B5EF4-FFF2-40B4-BE49-F238E27FC236}">
                <a16:creationId xmlns:a16="http://schemas.microsoft.com/office/drawing/2014/main" id="{ECE10D61-6D97-A79D-E687-7032FBF7B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2209" y="397310"/>
            <a:ext cx="3239588" cy="32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0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C25C-2134-AFD9-2D28-A1F07642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3E84BB0-562E-B6DF-EA59-6FAB5816910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1" y="1147468"/>
            <a:ext cx="5707380" cy="35986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89157B-9172-3E91-4655-2CFD104E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" y="397400"/>
            <a:ext cx="5822700" cy="572700"/>
          </a:xfrm>
        </p:spPr>
        <p:txBody>
          <a:bodyPr/>
          <a:lstStyle/>
          <a:p>
            <a:r>
              <a:rPr lang="es-ES" sz="2400" dirty="0">
                <a:latin typeface="+mj-lt"/>
              </a:rPr>
              <a:t>Modelo de Entidad-Relación</a:t>
            </a:r>
            <a:endParaRPr lang="pt-PT" sz="2400" dirty="0">
              <a:latin typeface="+mj-lt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037DE65-8717-76C6-AECE-450CD9D7DEE1}"/>
              </a:ext>
            </a:extLst>
          </p:cNvPr>
          <p:cNvSpPr txBox="1"/>
          <p:nvPr/>
        </p:nvSpPr>
        <p:spPr>
          <a:xfrm>
            <a:off x="2004365" y="4752560"/>
            <a:ext cx="3982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i="1" dirty="0">
                <a:solidFill>
                  <a:schemeClr val="accent2"/>
                </a:solidFill>
                <a:latin typeface="+mn-lt"/>
              </a:rPr>
              <a:t>Nota: Diagrama creado con draw.io</a:t>
            </a:r>
            <a:endParaRPr lang="pt-PT" sz="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Google Shape;24;p2">
            <a:extLst>
              <a:ext uri="{FF2B5EF4-FFF2-40B4-BE49-F238E27FC236}">
                <a16:creationId xmlns:a16="http://schemas.microsoft.com/office/drawing/2014/main" id="{EB7936FF-0CDC-EF55-D12B-9FB8EC1B3D97}"/>
              </a:ext>
            </a:extLst>
          </p:cNvPr>
          <p:cNvSpPr/>
          <p:nvPr/>
        </p:nvSpPr>
        <p:spPr>
          <a:xfrm>
            <a:off x="1203974" y="296049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4;p2">
            <a:extLst>
              <a:ext uri="{FF2B5EF4-FFF2-40B4-BE49-F238E27FC236}">
                <a16:creationId xmlns:a16="http://schemas.microsoft.com/office/drawing/2014/main" id="{949BC60B-067F-22F8-BA65-D3BAA5311A94}"/>
              </a:ext>
            </a:extLst>
          </p:cNvPr>
          <p:cNvSpPr/>
          <p:nvPr/>
        </p:nvSpPr>
        <p:spPr>
          <a:xfrm>
            <a:off x="439906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4;p2">
            <a:extLst>
              <a:ext uri="{FF2B5EF4-FFF2-40B4-BE49-F238E27FC236}">
                <a16:creationId xmlns:a16="http://schemas.microsoft.com/office/drawing/2014/main" id="{B5C34E82-A547-857E-6B09-05AB3718AE9D}"/>
              </a:ext>
            </a:extLst>
          </p:cNvPr>
          <p:cNvSpPr/>
          <p:nvPr/>
        </p:nvSpPr>
        <p:spPr>
          <a:xfrm>
            <a:off x="439906" y="404798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24;p2">
            <a:extLst>
              <a:ext uri="{FF2B5EF4-FFF2-40B4-BE49-F238E27FC236}">
                <a16:creationId xmlns:a16="http://schemas.microsoft.com/office/drawing/2014/main" id="{1185288A-441C-E015-8F2B-41A0CAF83A66}"/>
              </a:ext>
            </a:extLst>
          </p:cNvPr>
          <p:cNvSpPr/>
          <p:nvPr/>
        </p:nvSpPr>
        <p:spPr>
          <a:xfrm>
            <a:off x="943647" y="241691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24;p2">
            <a:extLst>
              <a:ext uri="{FF2B5EF4-FFF2-40B4-BE49-F238E27FC236}">
                <a16:creationId xmlns:a16="http://schemas.microsoft.com/office/drawing/2014/main" id="{97EEA822-E16A-B64C-0710-176FD92720DE}"/>
              </a:ext>
            </a:extLst>
          </p:cNvPr>
          <p:cNvSpPr/>
          <p:nvPr/>
        </p:nvSpPr>
        <p:spPr>
          <a:xfrm>
            <a:off x="943647" y="350407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24;p2">
            <a:extLst>
              <a:ext uri="{FF2B5EF4-FFF2-40B4-BE49-F238E27FC236}">
                <a16:creationId xmlns:a16="http://schemas.microsoft.com/office/drawing/2014/main" id="{0EDBDEFA-7833-56E1-01A9-774E8BFE7C9C}"/>
              </a:ext>
            </a:extLst>
          </p:cNvPr>
          <p:cNvSpPr/>
          <p:nvPr/>
        </p:nvSpPr>
        <p:spPr>
          <a:xfrm>
            <a:off x="7818319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32CF9E2-E857-5829-2353-2D08F1FF54B9}"/>
              </a:ext>
            </a:extLst>
          </p:cNvPr>
          <p:cNvSpPr/>
          <p:nvPr/>
        </p:nvSpPr>
        <p:spPr>
          <a:xfrm>
            <a:off x="7818319" y="40494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1F757D2-B284-4BD4-1F0A-7DBFC0314B37}"/>
              </a:ext>
            </a:extLst>
          </p:cNvPr>
          <p:cNvSpPr/>
          <p:nvPr/>
        </p:nvSpPr>
        <p:spPr>
          <a:xfrm>
            <a:off x="7436285" y="3472481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24;p2">
            <a:extLst>
              <a:ext uri="{FF2B5EF4-FFF2-40B4-BE49-F238E27FC236}">
                <a16:creationId xmlns:a16="http://schemas.microsoft.com/office/drawing/2014/main" id="{D910A672-A736-2FA3-5F43-DB5CD42DD8D5}"/>
              </a:ext>
            </a:extLst>
          </p:cNvPr>
          <p:cNvSpPr/>
          <p:nvPr/>
        </p:nvSpPr>
        <p:spPr>
          <a:xfrm>
            <a:off x="7436285" y="2450016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293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DDB1-7C03-20A4-2EC4-49F1244B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E752-E5D5-D23F-4497-EE8775AE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" y="397400"/>
            <a:ext cx="5822700" cy="572700"/>
          </a:xfrm>
        </p:spPr>
        <p:txBody>
          <a:bodyPr/>
          <a:lstStyle/>
          <a:p>
            <a:r>
              <a:rPr lang="es-ES" sz="2400" dirty="0">
                <a:latin typeface="+mj-lt"/>
              </a:rPr>
              <a:t>Modelo de tablas</a:t>
            </a:r>
            <a:endParaRPr lang="pt-PT" sz="2400" dirty="0">
              <a:latin typeface="+mj-lt"/>
            </a:endParaRPr>
          </a:p>
        </p:txBody>
      </p:sp>
      <p:sp>
        <p:nvSpPr>
          <p:cNvPr id="15" name="Google Shape;24;p2">
            <a:extLst>
              <a:ext uri="{FF2B5EF4-FFF2-40B4-BE49-F238E27FC236}">
                <a16:creationId xmlns:a16="http://schemas.microsoft.com/office/drawing/2014/main" id="{2F66A24B-D467-6ECF-DF7A-90778161E09C}"/>
              </a:ext>
            </a:extLst>
          </p:cNvPr>
          <p:cNvSpPr/>
          <p:nvPr/>
        </p:nvSpPr>
        <p:spPr>
          <a:xfrm>
            <a:off x="1203974" y="296049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4;p2">
            <a:extLst>
              <a:ext uri="{FF2B5EF4-FFF2-40B4-BE49-F238E27FC236}">
                <a16:creationId xmlns:a16="http://schemas.microsoft.com/office/drawing/2014/main" id="{95D1EFA7-4BC2-AF22-00FB-E6F632A8C0A6}"/>
              </a:ext>
            </a:extLst>
          </p:cNvPr>
          <p:cNvSpPr/>
          <p:nvPr/>
        </p:nvSpPr>
        <p:spPr>
          <a:xfrm>
            <a:off x="439906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4;p2">
            <a:extLst>
              <a:ext uri="{FF2B5EF4-FFF2-40B4-BE49-F238E27FC236}">
                <a16:creationId xmlns:a16="http://schemas.microsoft.com/office/drawing/2014/main" id="{DB54FC6D-C69F-E1D4-04A6-99DDC02E1403}"/>
              </a:ext>
            </a:extLst>
          </p:cNvPr>
          <p:cNvSpPr/>
          <p:nvPr/>
        </p:nvSpPr>
        <p:spPr>
          <a:xfrm>
            <a:off x="7054251" y="289546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24;p2">
            <a:extLst>
              <a:ext uri="{FF2B5EF4-FFF2-40B4-BE49-F238E27FC236}">
                <a16:creationId xmlns:a16="http://schemas.microsoft.com/office/drawing/2014/main" id="{F43B0914-F615-F4C3-88C5-EFEC44CD67FE}"/>
              </a:ext>
            </a:extLst>
          </p:cNvPr>
          <p:cNvSpPr/>
          <p:nvPr/>
        </p:nvSpPr>
        <p:spPr>
          <a:xfrm>
            <a:off x="7818319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24;p2">
            <a:extLst>
              <a:ext uri="{FF2B5EF4-FFF2-40B4-BE49-F238E27FC236}">
                <a16:creationId xmlns:a16="http://schemas.microsoft.com/office/drawing/2014/main" id="{BBB177D4-E58D-F06F-D7EA-60A7709A0A54}"/>
              </a:ext>
            </a:extLst>
          </p:cNvPr>
          <p:cNvSpPr/>
          <p:nvPr/>
        </p:nvSpPr>
        <p:spPr>
          <a:xfrm>
            <a:off x="7818319" y="40494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4;p2">
            <a:extLst>
              <a:ext uri="{FF2B5EF4-FFF2-40B4-BE49-F238E27FC236}">
                <a16:creationId xmlns:a16="http://schemas.microsoft.com/office/drawing/2014/main" id="{5786E0BE-84D9-C772-D9F7-98CA6ECCE1E1}"/>
              </a:ext>
            </a:extLst>
          </p:cNvPr>
          <p:cNvSpPr/>
          <p:nvPr/>
        </p:nvSpPr>
        <p:spPr>
          <a:xfrm>
            <a:off x="439906" y="404798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4;p2">
            <a:extLst>
              <a:ext uri="{FF2B5EF4-FFF2-40B4-BE49-F238E27FC236}">
                <a16:creationId xmlns:a16="http://schemas.microsoft.com/office/drawing/2014/main" id="{F009921C-E93A-F76E-2272-6009D8785048}"/>
              </a:ext>
            </a:extLst>
          </p:cNvPr>
          <p:cNvSpPr/>
          <p:nvPr/>
        </p:nvSpPr>
        <p:spPr>
          <a:xfrm>
            <a:off x="7436285" y="3472481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4;p2">
            <a:extLst>
              <a:ext uri="{FF2B5EF4-FFF2-40B4-BE49-F238E27FC236}">
                <a16:creationId xmlns:a16="http://schemas.microsoft.com/office/drawing/2014/main" id="{74B0F550-6392-FE3F-89E1-038A71B07DC7}"/>
              </a:ext>
            </a:extLst>
          </p:cNvPr>
          <p:cNvSpPr/>
          <p:nvPr/>
        </p:nvSpPr>
        <p:spPr>
          <a:xfrm>
            <a:off x="7436285" y="2450016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4;p2">
            <a:extLst>
              <a:ext uri="{FF2B5EF4-FFF2-40B4-BE49-F238E27FC236}">
                <a16:creationId xmlns:a16="http://schemas.microsoft.com/office/drawing/2014/main" id="{52E6CC78-82C3-CB76-2B40-8618BAFF067E}"/>
              </a:ext>
            </a:extLst>
          </p:cNvPr>
          <p:cNvSpPr/>
          <p:nvPr/>
        </p:nvSpPr>
        <p:spPr>
          <a:xfrm>
            <a:off x="943647" y="241691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B5F48C4F-BB83-94B4-29C8-1EE8333E29C4}"/>
              </a:ext>
            </a:extLst>
          </p:cNvPr>
          <p:cNvSpPr/>
          <p:nvPr/>
        </p:nvSpPr>
        <p:spPr>
          <a:xfrm>
            <a:off x="943647" y="350407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60ECA63-D39F-10E4-270E-3BDBFBA26F8E}"/>
              </a:ext>
            </a:extLst>
          </p:cNvPr>
          <p:cNvSpPr txBox="1"/>
          <p:nvPr/>
        </p:nvSpPr>
        <p:spPr>
          <a:xfrm>
            <a:off x="2412000" y="4464000"/>
            <a:ext cx="3982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i="1" dirty="0">
                <a:solidFill>
                  <a:schemeClr val="accent2"/>
                </a:solidFill>
                <a:latin typeface="+mn-lt"/>
              </a:rPr>
              <a:t>Nota: Diagrama generado con la herramienta Reverse </a:t>
            </a:r>
            <a:r>
              <a:rPr lang="es-ES" sz="800" i="1" dirty="0" err="1">
                <a:solidFill>
                  <a:schemeClr val="accent2"/>
                </a:solidFill>
                <a:latin typeface="+mn-lt"/>
              </a:rPr>
              <a:t>Engineer</a:t>
            </a:r>
            <a:r>
              <a:rPr lang="es-ES" sz="800" i="1" dirty="0">
                <a:solidFill>
                  <a:schemeClr val="accent2"/>
                </a:solidFill>
                <a:latin typeface="+mn-lt"/>
              </a:rPr>
              <a:t> de MySQL </a:t>
            </a:r>
            <a:r>
              <a:rPr lang="es-ES" sz="800" i="1" dirty="0" err="1">
                <a:solidFill>
                  <a:schemeClr val="accent2"/>
                </a:solidFill>
                <a:latin typeface="+mn-lt"/>
              </a:rPr>
              <a:t>Workbench</a:t>
            </a:r>
            <a:endParaRPr lang="pt-PT" sz="800" i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32EDA-F314-2FAB-9B2C-39FD17BD4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3" y="1323975"/>
            <a:ext cx="3789870" cy="3039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675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81FD120C-B751-8F22-2A23-9FFA692A853D}"/>
              </a:ext>
            </a:extLst>
          </p:cNvPr>
          <p:cNvSpPr/>
          <p:nvPr/>
        </p:nvSpPr>
        <p:spPr>
          <a:xfrm>
            <a:off x="2984499" y="2278380"/>
            <a:ext cx="3187427" cy="18364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DC15145E-C263-6BBA-74D5-A8F2F394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</a:t>
            </a:r>
            <a:endParaRPr lang="pt-PT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0BD47F0-9B7B-7F82-7853-DD071530CAB4}"/>
              </a:ext>
            </a:extLst>
          </p:cNvPr>
          <p:cNvSpPr txBox="1"/>
          <p:nvPr/>
        </p:nvSpPr>
        <p:spPr>
          <a:xfrm>
            <a:off x="124098" y="12525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05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20" name="Gráfico 19" descr="Televisión">
            <a:extLst>
              <a:ext uri="{FF2B5EF4-FFF2-40B4-BE49-F238E27FC236}">
                <a16:creationId xmlns:a16="http://schemas.microsoft.com/office/drawing/2014/main" id="{B3113895-89C9-ADA5-FB57-33C8D18F3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495" y="1474469"/>
            <a:ext cx="3847009" cy="3847009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B9B0CAE-6963-A147-A7DD-C63E9CC5F460}"/>
              </a:ext>
            </a:extLst>
          </p:cNvPr>
          <p:cNvSpPr txBox="1"/>
          <p:nvPr/>
        </p:nvSpPr>
        <p:spPr>
          <a:xfrm>
            <a:off x="3482067" y="3090196"/>
            <a:ext cx="255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808080"/>
                </a:highlight>
                <a:latin typeface="Consolas" panose="020B0609020204030204" pitchFamily="49" charset="0"/>
              </a:rPr>
              <a:t>Demostración en vivo</a:t>
            </a:r>
            <a:endParaRPr lang="pt-PT" dirty="0">
              <a:highlight>
                <a:srgbClr val="80808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19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F661-0680-9CCB-F253-BEF45D18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FC74B-EECF-51D9-9BD3-0B0B659F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" y="397400"/>
            <a:ext cx="5822700" cy="572700"/>
          </a:xfrm>
        </p:spPr>
        <p:txBody>
          <a:bodyPr/>
          <a:lstStyle/>
          <a:p>
            <a:r>
              <a:rPr lang="es-ES" sz="2400" dirty="0">
                <a:latin typeface="+mj-lt"/>
              </a:rPr>
              <a:t>Diagrama de casos de uso</a:t>
            </a:r>
            <a:endParaRPr lang="pt-PT" sz="2400" dirty="0">
              <a:latin typeface="+mj-lt"/>
            </a:endParaRPr>
          </a:p>
        </p:txBody>
      </p:sp>
      <p:sp>
        <p:nvSpPr>
          <p:cNvPr id="15" name="Google Shape;24;p2">
            <a:extLst>
              <a:ext uri="{FF2B5EF4-FFF2-40B4-BE49-F238E27FC236}">
                <a16:creationId xmlns:a16="http://schemas.microsoft.com/office/drawing/2014/main" id="{E8A98961-F428-144D-6C04-3DB061773252}"/>
              </a:ext>
            </a:extLst>
          </p:cNvPr>
          <p:cNvSpPr/>
          <p:nvPr/>
        </p:nvSpPr>
        <p:spPr>
          <a:xfrm>
            <a:off x="1203974" y="296049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4;p2">
            <a:extLst>
              <a:ext uri="{FF2B5EF4-FFF2-40B4-BE49-F238E27FC236}">
                <a16:creationId xmlns:a16="http://schemas.microsoft.com/office/drawing/2014/main" id="{EECD09B0-98E5-9724-4D5D-C05A3B6F55D1}"/>
              </a:ext>
            </a:extLst>
          </p:cNvPr>
          <p:cNvSpPr/>
          <p:nvPr/>
        </p:nvSpPr>
        <p:spPr>
          <a:xfrm>
            <a:off x="439906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4;p2">
            <a:extLst>
              <a:ext uri="{FF2B5EF4-FFF2-40B4-BE49-F238E27FC236}">
                <a16:creationId xmlns:a16="http://schemas.microsoft.com/office/drawing/2014/main" id="{3E87CBBF-0D00-EB86-7424-F28D9C39B4F7}"/>
              </a:ext>
            </a:extLst>
          </p:cNvPr>
          <p:cNvSpPr/>
          <p:nvPr/>
        </p:nvSpPr>
        <p:spPr>
          <a:xfrm>
            <a:off x="7054251" y="289546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24;p2">
            <a:extLst>
              <a:ext uri="{FF2B5EF4-FFF2-40B4-BE49-F238E27FC236}">
                <a16:creationId xmlns:a16="http://schemas.microsoft.com/office/drawing/2014/main" id="{EF7A804F-B75C-2A1D-3521-91FD57F5E31E}"/>
              </a:ext>
            </a:extLst>
          </p:cNvPr>
          <p:cNvSpPr/>
          <p:nvPr/>
        </p:nvSpPr>
        <p:spPr>
          <a:xfrm>
            <a:off x="7818319" y="18729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24;p2">
            <a:extLst>
              <a:ext uri="{FF2B5EF4-FFF2-40B4-BE49-F238E27FC236}">
                <a16:creationId xmlns:a16="http://schemas.microsoft.com/office/drawing/2014/main" id="{16BC0E26-B8B1-4F1C-C36C-337BB710239F}"/>
              </a:ext>
            </a:extLst>
          </p:cNvPr>
          <p:cNvSpPr/>
          <p:nvPr/>
        </p:nvSpPr>
        <p:spPr>
          <a:xfrm>
            <a:off x="7818319" y="404949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4;p2">
            <a:extLst>
              <a:ext uri="{FF2B5EF4-FFF2-40B4-BE49-F238E27FC236}">
                <a16:creationId xmlns:a16="http://schemas.microsoft.com/office/drawing/2014/main" id="{26654964-6204-EACB-ADEF-4449142D99BF}"/>
              </a:ext>
            </a:extLst>
          </p:cNvPr>
          <p:cNvSpPr/>
          <p:nvPr/>
        </p:nvSpPr>
        <p:spPr>
          <a:xfrm>
            <a:off x="439906" y="4047989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4;p2">
            <a:extLst>
              <a:ext uri="{FF2B5EF4-FFF2-40B4-BE49-F238E27FC236}">
                <a16:creationId xmlns:a16="http://schemas.microsoft.com/office/drawing/2014/main" id="{67721E1C-A390-0622-D32A-5D8399854879}"/>
              </a:ext>
            </a:extLst>
          </p:cNvPr>
          <p:cNvSpPr/>
          <p:nvPr/>
        </p:nvSpPr>
        <p:spPr>
          <a:xfrm>
            <a:off x="7436285" y="3472481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4;p2">
            <a:extLst>
              <a:ext uri="{FF2B5EF4-FFF2-40B4-BE49-F238E27FC236}">
                <a16:creationId xmlns:a16="http://schemas.microsoft.com/office/drawing/2014/main" id="{8C3B5BDF-DE6C-FC1E-4FFC-328BC59380EE}"/>
              </a:ext>
            </a:extLst>
          </p:cNvPr>
          <p:cNvSpPr/>
          <p:nvPr/>
        </p:nvSpPr>
        <p:spPr>
          <a:xfrm>
            <a:off x="7436285" y="2450016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4;p2">
            <a:extLst>
              <a:ext uri="{FF2B5EF4-FFF2-40B4-BE49-F238E27FC236}">
                <a16:creationId xmlns:a16="http://schemas.microsoft.com/office/drawing/2014/main" id="{A1D34272-C55F-7AA4-706A-3C1265841608}"/>
              </a:ext>
            </a:extLst>
          </p:cNvPr>
          <p:cNvSpPr/>
          <p:nvPr/>
        </p:nvSpPr>
        <p:spPr>
          <a:xfrm>
            <a:off x="943647" y="241691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6D15EAA7-0E92-0A77-F0A0-43C813151A59}"/>
              </a:ext>
            </a:extLst>
          </p:cNvPr>
          <p:cNvSpPr/>
          <p:nvPr/>
        </p:nvSpPr>
        <p:spPr>
          <a:xfrm>
            <a:off x="943647" y="3504074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6532507-9EB3-5F9D-8400-85C477233491}"/>
              </a:ext>
            </a:extLst>
          </p:cNvPr>
          <p:cNvSpPr txBox="1"/>
          <p:nvPr/>
        </p:nvSpPr>
        <p:spPr>
          <a:xfrm>
            <a:off x="2685050" y="4530656"/>
            <a:ext cx="3982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800" i="1" dirty="0">
              <a:solidFill>
                <a:schemeClr val="accent2"/>
              </a:solidFill>
              <a:latin typeface="+mn-lt"/>
            </a:endParaRPr>
          </a:p>
          <a:p>
            <a:r>
              <a:rPr lang="es-ES" sz="800" i="1" dirty="0">
                <a:solidFill>
                  <a:schemeClr val="accent2"/>
                </a:solidFill>
                <a:latin typeface="+mn-lt"/>
              </a:rPr>
              <a:t>Nota: Diagrama realizado con draw.io</a:t>
            </a:r>
            <a:endParaRPr lang="pt-PT" sz="800" i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58866A-F933-86A9-8413-8E4DF1B6698E}"/>
              </a:ext>
            </a:extLst>
          </p:cNvPr>
          <p:cNvPicPr>
            <a:picLocks/>
          </p:cNvPicPr>
          <p:nvPr/>
        </p:nvPicPr>
        <p:blipFill>
          <a:blip r:embed="rId2"/>
          <a:srcRect t="4965"/>
          <a:stretch>
            <a:fillRect/>
          </a:stretch>
        </p:blipFill>
        <p:spPr>
          <a:xfrm>
            <a:off x="2492640" y="1358900"/>
            <a:ext cx="4037012" cy="3189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308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9514D04C-AB0B-8068-9213-0899CBBE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EBD9092-6E25-3177-2A44-D1572CAD21A7}"/>
              </a:ext>
            </a:extLst>
          </p:cNvPr>
          <p:cNvSpPr/>
          <p:nvPr/>
        </p:nvSpPr>
        <p:spPr>
          <a:xfrm>
            <a:off x="2800350" y="1764853"/>
            <a:ext cx="3244850" cy="2454541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Inicio de sesión 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Crear viajes </a:t>
            </a:r>
            <a:r>
              <a:rPr lang="es-ES" dirty="0" err="1">
                <a:solidFill>
                  <a:schemeClr val="tx1"/>
                </a:solidFill>
              </a:rPr>
              <a:t>multidestino</a:t>
            </a:r>
            <a:endParaRPr lang="es-ES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Confirmar pago en PayPal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Ver pedido en Mis Viajes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Panel de administración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tx1"/>
                </a:solidFill>
              </a:rPr>
              <a:t>Reservar pack</a:t>
            </a: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399" name="Google Shape;399;p38">
            <a:extLst>
              <a:ext uri="{FF2B5EF4-FFF2-40B4-BE49-F238E27FC236}">
                <a16:creationId xmlns:a16="http://schemas.microsoft.com/office/drawing/2014/main" id="{F586A250-F735-B145-DF11-9B9BC73A4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Demo en vivo</a:t>
            </a:r>
            <a:endParaRPr sz="2400" dirty="0">
              <a:latin typeface="+mj-lt"/>
            </a:endParaRPr>
          </a:p>
        </p:txBody>
      </p:sp>
      <p:sp>
        <p:nvSpPr>
          <p:cNvPr id="22" name="Google Shape;24;p2">
            <a:extLst>
              <a:ext uri="{FF2B5EF4-FFF2-40B4-BE49-F238E27FC236}">
                <a16:creationId xmlns:a16="http://schemas.microsoft.com/office/drawing/2014/main" id="{F6A55B11-2AAC-B010-C951-FE7BE15B9F3D}"/>
              </a:ext>
            </a:extLst>
          </p:cNvPr>
          <p:cNvSpPr/>
          <p:nvPr/>
        </p:nvSpPr>
        <p:spPr>
          <a:xfrm>
            <a:off x="439906" y="3622263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4;p2">
            <a:extLst>
              <a:ext uri="{FF2B5EF4-FFF2-40B4-BE49-F238E27FC236}">
                <a16:creationId xmlns:a16="http://schemas.microsoft.com/office/drawing/2014/main" id="{1B322772-D18E-4A53-9A96-C00A04598227}"/>
              </a:ext>
            </a:extLst>
          </p:cNvPr>
          <p:cNvSpPr/>
          <p:nvPr/>
        </p:nvSpPr>
        <p:spPr>
          <a:xfrm>
            <a:off x="8076528" y="1687435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480039B1-9168-01D6-0A3D-023B010D7A29}"/>
              </a:ext>
            </a:extLst>
          </p:cNvPr>
          <p:cNvSpPr/>
          <p:nvPr/>
        </p:nvSpPr>
        <p:spPr>
          <a:xfrm>
            <a:off x="1083403" y="2666817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4;p2">
            <a:extLst>
              <a:ext uri="{FF2B5EF4-FFF2-40B4-BE49-F238E27FC236}">
                <a16:creationId xmlns:a16="http://schemas.microsoft.com/office/drawing/2014/main" id="{3C7BC117-4CF3-1DDD-0307-69CB56038BE5}"/>
              </a:ext>
            </a:extLst>
          </p:cNvPr>
          <p:cNvSpPr/>
          <p:nvPr/>
        </p:nvSpPr>
        <p:spPr>
          <a:xfrm>
            <a:off x="7035926" y="4064558"/>
            <a:ext cx="764068" cy="154836"/>
          </a:xfrm>
          <a:custGeom>
            <a:avLst/>
            <a:gdLst/>
            <a:ahLst/>
            <a:cxnLst/>
            <a:rect l="l" t="t" r="r" b="b"/>
            <a:pathLst>
              <a:path w="41486" h="8407" extrusionOk="0">
                <a:moveTo>
                  <a:pt x="20634" y="0"/>
                </a:moveTo>
                <a:cubicBezTo>
                  <a:pt x="17056" y="0"/>
                  <a:pt x="13716" y="1990"/>
                  <a:pt x="11963" y="5126"/>
                </a:cubicBezTo>
                <a:cubicBezTo>
                  <a:pt x="10806" y="4837"/>
                  <a:pt x="9551" y="4644"/>
                  <a:pt x="8297" y="4644"/>
                </a:cubicBezTo>
                <a:cubicBezTo>
                  <a:pt x="4342" y="4644"/>
                  <a:pt x="1061" y="6284"/>
                  <a:pt x="0" y="8406"/>
                </a:cubicBezTo>
                <a:lnTo>
                  <a:pt x="41485" y="8406"/>
                </a:lnTo>
                <a:cubicBezTo>
                  <a:pt x="40714" y="6284"/>
                  <a:pt x="38012" y="4644"/>
                  <a:pt x="34828" y="4644"/>
                </a:cubicBezTo>
                <a:cubicBezTo>
                  <a:pt x="33381" y="4644"/>
                  <a:pt x="31934" y="5030"/>
                  <a:pt x="30680" y="5705"/>
                </a:cubicBezTo>
                <a:cubicBezTo>
                  <a:pt x="29013" y="2187"/>
                  <a:pt x="25481" y="1"/>
                  <a:pt x="21617" y="1"/>
                </a:cubicBezTo>
                <a:cubicBezTo>
                  <a:pt x="21455" y="1"/>
                  <a:pt x="21292" y="5"/>
                  <a:pt x="21129" y="13"/>
                </a:cubicBezTo>
                <a:cubicBezTo>
                  <a:pt x="20963" y="4"/>
                  <a:pt x="20799" y="0"/>
                  <a:pt x="20634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Gráfico 4" descr="Clave">
            <a:extLst>
              <a:ext uri="{FF2B5EF4-FFF2-40B4-BE49-F238E27FC236}">
                <a16:creationId xmlns:a16="http://schemas.microsoft.com/office/drawing/2014/main" id="{FEFD5881-6F11-7951-0A4D-B5F39CD12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197" y="2318226"/>
            <a:ext cx="314142" cy="314142"/>
          </a:xfrm>
          <a:prstGeom prst="rect">
            <a:avLst/>
          </a:prstGeom>
        </p:spPr>
      </p:pic>
      <p:pic>
        <p:nvPicPr>
          <p:cNvPr id="7" name="Gráfico 6" descr="Dirección">
            <a:extLst>
              <a:ext uri="{FF2B5EF4-FFF2-40B4-BE49-F238E27FC236}">
                <a16:creationId xmlns:a16="http://schemas.microsoft.com/office/drawing/2014/main" id="{10B000F3-500C-49F1-A460-2CC57EB7C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8275" y="2586013"/>
            <a:ext cx="226460" cy="226460"/>
          </a:xfrm>
          <a:prstGeom prst="rect">
            <a:avLst/>
          </a:prstGeom>
        </p:spPr>
      </p:pic>
      <p:pic>
        <p:nvPicPr>
          <p:cNvPr id="16" name="Gráfico 15" descr="Euro">
            <a:extLst>
              <a:ext uri="{FF2B5EF4-FFF2-40B4-BE49-F238E27FC236}">
                <a16:creationId xmlns:a16="http://schemas.microsoft.com/office/drawing/2014/main" id="{77601C39-C8A0-C207-3896-5660AEEE31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4312" y="2765663"/>
            <a:ext cx="226460" cy="226460"/>
          </a:xfrm>
          <a:prstGeom prst="rect">
            <a:avLst/>
          </a:prstGeom>
        </p:spPr>
      </p:pic>
      <p:pic>
        <p:nvPicPr>
          <p:cNvPr id="20" name="Gráfico 19" descr="Escena tropical">
            <a:extLst>
              <a:ext uri="{FF2B5EF4-FFF2-40B4-BE49-F238E27FC236}">
                <a16:creationId xmlns:a16="http://schemas.microsoft.com/office/drawing/2014/main" id="{C020E4F2-67DE-1D02-8596-867B301CC4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2094" y="2992123"/>
            <a:ext cx="226461" cy="226461"/>
          </a:xfrm>
          <a:prstGeom prst="rect">
            <a:avLst/>
          </a:prstGeom>
        </p:spPr>
      </p:pic>
      <p:pic>
        <p:nvPicPr>
          <p:cNvPr id="29" name="Gráfico 28" descr="Empleado de oficina">
            <a:extLst>
              <a:ext uri="{FF2B5EF4-FFF2-40B4-BE49-F238E27FC236}">
                <a16:creationId xmlns:a16="http://schemas.microsoft.com/office/drawing/2014/main" id="{E3E8C2A0-A967-AFCF-2259-1DD5E12DB4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52372" y="3207267"/>
            <a:ext cx="237777" cy="237777"/>
          </a:xfrm>
          <a:prstGeom prst="rect">
            <a:avLst/>
          </a:prstGeom>
        </p:spPr>
      </p:pic>
      <p:pic>
        <p:nvPicPr>
          <p:cNvPr id="31" name="Gráfico 30" descr="Carro">
            <a:extLst>
              <a:ext uri="{FF2B5EF4-FFF2-40B4-BE49-F238E27FC236}">
                <a16:creationId xmlns:a16="http://schemas.microsoft.com/office/drawing/2014/main" id="{CA9EF63A-1282-D8CF-2D2F-CDE471296C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70861" y="3391702"/>
            <a:ext cx="226460" cy="226460"/>
          </a:xfrm>
          <a:prstGeom prst="rect">
            <a:avLst/>
          </a:prstGeom>
        </p:spPr>
      </p:pic>
      <p:sp>
        <p:nvSpPr>
          <p:cNvPr id="384" name="CuadroTexto 383">
            <a:extLst>
              <a:ext uri="{FF2B5EF4-FFF2-40B4-BE49-F238E27FC236}">
                <a16:creationId xmlns:a16="http://schemas.microsoft.com/office/drawing/2014/main" id="{17DFD2DD-B84D-E7A4-2646-0F467C5D82D0}"/>
              </a:ext>
            </a:extLst>
          </p:cNvPr>
          <p:cNvSpPr txBox="1"/>
          <p:nvPr/>
        </p:nvSpPr>
        <p:spPr>
          <a:xfrm>
            <a:off x="3976022" y="1595576"/>
            <a:ext cx="1276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/>
                </a:solidFill>
                <a:latin typeface="+mj-lt"/>
              </a:rPr>
              <a:t>Flujo</a:t>
            </a:r>
            <a:endParaRPr lang="pt-PT" sz="16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9492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0313655-4177-6233-D98E-B421714F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000" dirty="0">
                <a:latin typeface="+mj-lt"/>
              </a:rPr>
              <a:t>Explicación de Crear Viaje</a:t>
            </a:r>
            <a:endParaRPr lang="pt-PT" sz="2000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B58E63-FB07-CDD6-6929-AA3555EE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7" y="410719"/>
            <a:ext cx="3333143" cy="23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49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03764C-E4F5-1936-72C9-05F18D45B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1475" y="0"/>
            <a:ext cx="98869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44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3CF4-D52A-CF88-1003-3772951B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085B80-683C-61F9-D72E-F3B20E23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727"/>
            <a:ext cx="9144000" cy="446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31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79C8-99DB-E4AD-4AB0-CC59DA51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37D417-7A62-E298-5D5D-AF2516A6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" y="1124576"/>
            <a:ext cx="9406932" cy="40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B40B-0CAD-E3FA-E6AA-AAC75E89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456BFFD-A26F-FF77-B36D-E710E82C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dirty="0">
                <a:latin typeface="+mj-lt"/>
              </a:rPr>
              <a:t>Mis Viajes</a:t>
            </a:r>
            <a:endParaRPr lang="pt-PT" sz="4000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6D29F2-A2AD-ED68-2B10-4211AEA6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89" y="713188"/>
            <a:ext cx="3688811" cy="371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6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57B01-896D-B5E7-966E-DD92945D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F33DD5F-A7C5-20CE-AC12-B2EDF185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>
                <a:latin typeface="+mj-lt"/>
              </a:rPr>
              <a:t>Reservar pack</a:t>
            </a:r>
            <a:endParaRPr lang="pt-PT" sz="4000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A75188-D857-27CD-75EB-88B5C3A48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07" y="463550"/>
            <a:ext cx="3919134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1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D6A4-4E3B-27F4-8177-D88FA6E9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1763692-336B-4E8E-5DB7-0C9AEF50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>
                <a:latin typeface="+mj-lt"/>
              </a:rPr>
              <a:t>Panel Administrador</a:t>
            </a:r>
            <a:endParaRPr lang="pt-PT" sz="2800" dirty="0"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0A6466-AB23-DC32-A51B-04F91DEF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25" r="5936" b="8364"/>
          <a:stretch>
            <a:fillRect/>
          </a:stretch>
        </p:blipFill>
        <p:spPr>
          <a:xfrm>
            <a:off x="139660" y="101600"/>
            <a:ext cx="4013240" cy="20309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A32050-E35A-2DFE-89AB-281524A74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60" y="2240524"/>
            <a:ext cx="3308310" cy="8195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973815-B6A3-FAE4-9347-49F04F0A1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60" y="3112583"/>
            <a:ext cx="3308310" cy="8810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E1061F-3AF2-9371-B8CF-1A6B7C7D9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660" y="3993622"/>
            <a:ext cx="3308310" cy="68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5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AEB5FD5B-BD2B-6560-2064-EEC5EC632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>
            <a:extLst>
              <a:ext uri="{FF2B5EF4-FFF2-40B4-BE49-F238E27FC236}">
                <a16:creationId xmlns:a16="http://schemas.microsoft.com/office/drawing/2014/main" id="{64A9D7B4-5C2C-F6D8-CBB9-18925B306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Lógica del negocio</a:t>
            </a:r>
            <a:endParaRPr sz="2400" dirty="0">
              <a:latin typeface="+mj-lt"/>
            </a:endParaRPr>
          </a:p>
        </p:txBody>
      </p:sp>
      <p:sp>
        <p:nvSpPr>
          <p:cNvPr id="2" name="Google Shape;71;p9">
            <a:extLst>
              <a:ext uri="{FF2B5EF4-FFF2-40B4-BE49-F238E27FC236}">
                <a16:creationId xmlns:a16="http://schemas.microsoft.com/office/drawing/2014/main" id="{27E12FFE-7927-B048-4B2F-69C4E93D3AB6}"/>
              </a:ext>
            </a:extLst>
          </p:cNvPr>
          <p:cNvSpPr/>
          <p:nvPr/>
        </p:nvSpPr>
        <p:spPr>
          <a:xfrm>
            <a:off x="1017812" y="1564815"/>
            <a:ext cx="2241463" cy="212194"/>
          </a:xfrm>
          <a:prstGeom prst="roundRect">
            <a:avLst>
              <a:gd name="adj" fmla="val 2145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bg1"/>
                </a:solidFill>
                <a:latin typeface="+mn-lt"/>
              </a:rPr>
              <a:t>Ley de Haversine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511C74-8321-B1DE-397D-F3AA9D8AC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920337"/>
            <a:ext cx="3536950" cy="16581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1FD91C-E140-0933-235D-8C8D9621B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4" y="1920337"/>
            <a:ext cx="3692275" cy="166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23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>
            <a:spLocks noGrp="1"/>
          </p:cNvSpPr>
          <p:nvPr>
            <p:ph type="title"/>
          </p:nvPr>
        </p:nvSpPr>
        <p:spPr>
          <a:xfrm flipH="1">
            <a:off x="2247900" y="1635688"/>
            <a:ext cx="464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Validación y pruebas</a:t>
            </a:r>
            <a:endParaRPr sz="2400" dirty="0"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AE06EB-4134-9D28-05CB-6A3EDF8F0F56}"/>
              </a:ext>
            </a:extLst>
          </p:cNvPr>
          <p:cNvSpPr txBox="1"/>
          <p:nvPr/>
        </p:nvSpPr>
        <p:spPr>
          <a:xfrm>
            <a:off x="8489588" y="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06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F34C-51A2-4E53-DCD5-1E212EAA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67B24AE-9373-8D05-0222-AD0E4D3A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>
                <a:latin typeface="+mj-lt"/>
              </a:rPr>
              <a:t>Casos de prueba</a:t>
            </a:r>
            <a:endParaRPr lang="pt-PT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7EFE71-DA31-AC4E-5243-FB521CDA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7" b="51728"/>
          <a:stretch>
            <a:fillRect/>
          </a:stretch>
        </p:blipFill>
        <p:spPr>
          <a:xfrm>
            <a:off x="371056" y="1327150"/>
            <a:ext cx="3756444" cy="231775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38ADBAF-03C0-B1EB-607D-A055CB65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790" b="2345"/>
          <a:stretch>
            <a:fillRect/>
          </a:stretch>
        </p:blipFill>
        <p:spPr>
          <a:xfrm>
            <a:off x="4826000" y="1327150"/>
            <a:ext cx="4118394" cy="2317750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C237EED-56BE-26DE-3EDE-2650498CEC69}"/>
              </a:ext>
            </a:extLst>
          </p:cNvPr>
          <p:cNvSpPr/>
          <p:nvPr/>
        </p:nvSpPr>
        <p:spPr>
          <a:xfrm>
            <a:off x="2728913" y="3820975"/>
            <a:ext cx="3914775" cy="11225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PT" altLang="pt-PT" sz="1200" dirty="0">
                <a:solidFill>
                  <a:schemeClr val="accent2"/>
                </a:solidFill>
              </a:rPr>
              <a:t>  15 casos de prueba realizados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PT" altLang="pt-PT" sz="1200" dirty="0">
                <a:solidFill>
                  <a:schemeClr val="accent2"/>
                </a:solidFill>
              </a:rPr>
              <a:t>  14 resultados correctos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PT" altLang="pt-PT" sz="1200" dirty="0">
                <a:solidFill>
                  <a:schemeClr val="accent2"/>
                </a:solidFill>
              </a:rPr>
              <a:t>  1 resultado parcial (actividades por ciudad pequeña) </a:t>
            </a:r>
          </a:p>
        </p:txBody>
      </p:sp>
      <p:pic>
        <p:nvPicPr>
          <p:cNvPr id="23" name="Gráfico 22" descr="Advertencia">
            <a:extLst>
              <a:ext uri="{FF2B5EF4-FFF2-40B4-BE49-F238E27FC236}">
                <a16:creationId xmlns:a16="http://schemas.microsoft.com/office/drawing/2014/main" id="{6D0636BC-6A0D-43C4-3F0D-32A223C7C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0334" y="4485481"/>
            <a:ext cx="148432" cy="148432"/>
          </a:xfrm>
          <a:prstGeom prst="rect">
            <a:avLst/>
          </a:prstGeom>
        </p:spPr>
      </p:pic>
      <p:pic>
        <p:nvPicPr>
          <p:cNvPr id="26" name="Gráfico 25" descr="Marca de verificación">
            <a:extLst>
              <a:ext uri="{FF2B5EF4-FFF2-40B4-BE49-F238E27FC236}">
                <a16:creationId xmlns:a16="http://schemas.microsoft.com/office/drawing/2014/main" id="{BF863A0A-F53C-13AA-5F56-0E0A13927E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0334" y="4337049"/>
            <a:ext cx="148432" cy="148432"/>
          </a:xfrm>
          <a:prstGeom prst="rect">
            <a:avLst/>
          </a:prstGeom>
        </p:spPr>
      </p:pic>
      <p:pic>
        <p:nvPicPr>
          <p:cNvPr id="27" name="Gráfico 26" descr="Marca de verificación">
            <a:extLst>
              <a:ext uri="{FF2B5EF4-FFF2-40B4-BE49-F238E27FC236}">
                <a16:creationId xmlns:a16="http://schemas.microsoft.com/office/drawing/2014/main" id="{4FE51061-2C4A-2C18-2BDC-A756A16530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0334" y="4132261"/>
            <a:ext cx="148432" cy="1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52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19F4F7-A263-B054-7D24-7BE40E55CD69}"/>
              </a:ext>
            </a:extLst>
          </p:cNvPr>
          <p:cNvSpPr txBox="1"/>
          <p:nvPr/>
        </p:nvSpPr>
        <p:spPr>
          <a:xfrm>
            <a:off x="124098" y="12525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07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6" name="Gráfico 5" descr="Alcancía de cerdito">
            <a:extLst>
              <a:ext uri="{FF2B5EF4-FFF2-40B4-BE49-F238E27FC236}">
                <a16:creationId xmlns:a16="http://schemas.microsoft.com/office/drawing/2014/main" id="{7B587C7F-148D-4240-5552-31FC23285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3547110"/>
            <a:ext cx="1539240" cy="1539240"/>
          </a:xfrm>
          <a:prstGeom prst="rect">
            <a:avLst/>
          </a:prstGeom>
        </p:spPr>
      </p:pic>
      <p:pic>
        <p:nvPicPr>
          <p:cNvPr id="8" name="Gráfico 7" descr="Caja fuerte">
            <a:extLst>
              <a:ext uri="{FF2B5EF4-FFF2-40B4-BE49-F238E27FC236}">
                <a16:creationId xmlns:a16="http://schemas.microsoft.com/office/drawing/2014/main" id="{F2039D99-D7A4-4121-60C8-F4F7F2796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2560" y="386860"/>
            <a:ext cx="1432560" cy="14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55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F8F37985-2FFB-0C1E-A1B3-4D4047AD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>
            <a:extLst>
              <a:ext uri="{FF2B5EF4-FFF2-40B4-BE49-F238E27FC236}">
                <a16:creationId xmlns:a16="http://schemas.microsoft.com/office/drawing/2014/main" id="{C6DFE699-1F68-D1A6-088D-8576F1AE8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Tabla de costes del proyecto</a:t>
            </a:r>
            <a:endParaRPr sz="2400" dirty="0">
              <a:latin typeface="+mj-lt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007B08D4-F0D2-598B-1BCF-CA01C4C78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26708"/>
              </p:ext>
            </p:extLst>
          </p:nvPr>
        </p:nvGraphicFramePr>
        <p:xfrm>
          <a:off x="540000" y="1671033"/>
          <a:ext cx="3710623" cy="14020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99043">
                  <a:extLst>
                    <a:ext uri="{9D8B030D-6E8A-4147-A177-3AD203B41FA5}">
                      <a16:colId xmlns:a16="http://schemas.microsoft.com/office/drawing/2014/main" val="162585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797563063"/>
                    </a:ext>
                  </a:extLst>
                </a:gridCol>
              </a:tblGrid>
              <a:tr h="18371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Concepto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Coste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77269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pt-PT" sz="1200" b="0" i="1" dirty="0">
                          <a:solidFill>
                            <a:schemeClr val="accent2"/>
                          </a:solidFill>
                        </a:rPr>
                        <a:t>Desarrollo (100h × 10,55€/h)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1055€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14712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0" i="1" dirty="0">
                          <a:solidFill>
                            <a:schemeClr val="accent2"/>
                          </a:solidFill>
                        </a:rPr>
                        <a:t>Herramientas (IntelliJ, VS Code)</a:t>
                      </a:r>
                      <a:endParaRPr lang="pt-PT" sz="1200" b="0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gratis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120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sz="1200" b="0" i="1" dirty="0">
                          <a:solidFill>
                            <a:schemeClr val="accent2"/>
                          </a:solidFill>
                        </a:rPr>
                        <a:t>APIs en desarrollo (sandbox)</a:t>
                      </a:r>
                      <a:endParaRPr lang="pt-PT" sz="1200" b="0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gratis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24336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1" i="1" dirty="0">
                          <a:solidFill>
                            <a:schemeClr val="accent2"/>
                          </a:solidFill>
                        </a:rPr>
                        <a:t>Total desarrollo</a:t>
                      </a:r>
                      <a:endParaRPr lang="pt-PT" sz="1200" b="1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accent2"/>
                          </a:solidFill>
                        </a:rPr>
                        <a:t>1055€</a:t>
                      </a:r>
                      <a:endParaRPr lang="pt-PT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20750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3F9A42A-E3E4-B2A6-6A03-27E3DFD8B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724715"/>
              </p:ext>
            </p:extLst>
          </p:nvPr>
        </p:nvGraphicFramePr>
        <p:xfrm>
          <a:off x="4572000" y="1646616"/>
          <a:ext cx="3710623" cy="14020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99043">
                  <a:extLst>
                    <a:ext uri="{9D8B030D-6E8A-4147-A177-3AD203B41FA5}">
                      <a16:colId xmlns:a16="http://schemas.microsoft.com/office/drawing/2014/main" val="162585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797563063"/>
                    </a:ext>
                  </a:extLst>
                </a:gridCol>
              </a:tblGrid>
              <a:tr h="18371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Concepto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4"/>
                          </a:solidFill>
                        </a:rPr>
                        <a:t>Coste</a:t>
                      </a:r>
                      <a:endParaRPr lang="pt-PT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77269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0" i="1" dirty="0">
                          <a:solidFill>
                            <a:schemeClr val="accent2"/>
                          </a:solidFill>
                        </a:rPr>
                        <a:t>Hosting VPS producción</a:t>
                      </a:r>
                      <a:endParaRPr lang="pt-PT" sz="1200" b="0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0" dirty="0">
                          <a:solidFill>
                            <a:schemeClr val="accent2"/>
                          </a:solidFill>
                        </a:rPr>
                        <a:t>10€/mes</a:t>
                      </a:r>
                      <a:endParaRPr lang="pt-PT" sz="1200" i="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14712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0" i="1" dirty="0">
                          <a:solidFill>
                            <a:schemeClr val="accent2"/>
                          </a:solidFill>
                        </a:rPr>
                        <a:t>Base de datos cloud</a:t>
                      </a:r>
                      <a:endParaRPr lang="pt-PT" sz="1200" b="0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0" dirty="0">
                          <a:solidFill>
                            <a:schemeClr val="accent2"/>
                          </a:solidFill>
                        </a:rPr>
                        <a:t>5€/mes</a:t>
                      </a:r>
                      <a:endParaRPr lang="pt-PT" sz="1200" i="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120459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0" i="1" dirty="0">
                          <a:solidFill>
                            <a:schemeClr val="accent2"/>
                          </a:solidFill>
                        </a:rPr>
                        <a:t>Dominio web</a:t>
                      </a:r>
                      <a:endParaRPr lang="pt-PT" sz="1200" b="0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0" dirty="0">
                          <a:solidFill>
                            <a:schemeClr val="accent2"/>
                          </a:solidFill>
                        </a:rPr>
                        <a:t>10€/año</a:t>
                      </a:r>
                      <a:endParaRPr lang="pt-PT" sz="1200" i="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24336"/>
                  </a:ext>
                </a:extLst>
              </a:tr>
              <a:tr h="246929">
                <a:tc>
                  <a:txBody>
                    <a:bodyPr/>
                    <a:lstStyle/>
                    <a:p>
                      <a:pPr algn="l"/>
                      <a:r>
                        <a:rPr lang="es-ES" sz="1200" b="1" i="1" dirty="0">
                          <a:solidFill>
                            <a:schemeClr val="accent2"/>
                          </a:solidFill>
                        </a:rPr>
                        <a:t>Total desarrollo</a:t>
                      </a:r>
                      <a:endParaRPr lang="pt-PT" sz="1200" b="1" i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0" dirty="0">
                          <a:solidFill>
                            <a:schemeClr val="accent2"/>
                          </a:solidFill>
                        </a:rPr>
                        <a:t>190€/año</a:t>
                      </a:r>
                      <a:endParaRPr lang="pt-PT" sz="1200" i="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2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720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DF46B6A-9FDC-1BBC-2787-87A389679632}"/>
              </a:ext>
            </a:extLst>
          </p:cNvPr>
          <p:cNvSpPr txBox="1"/>
          <p:nvPr/>
        </p:nvSpPr>
        <p:spPr>
          <a:xfrm>
            <a:off x="8489588" y="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08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83F916E-5E24-30B3-D574-F9BA174C0F06}"/>
              </a:ext>
            </a:extLst>
          </p:cNvPr>
          <p:cNvSpPr/>
          <p:nvPr/>
        </p:nvSpPr>
        <p:spPr>
          <a:xfrm>
            <a:off x="3949700" y="2041525"/>
            <a:ext cx="4400550" cy="10604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latin typeface="+mj-lt"/>
              </a:rPr>
              <a:t>Plan de Producción y RRHH</a:t>
            </a:r>
            <a:endParaRPr lang="pt-PT" sz="2400" b="1" dirty="0">
              <a:latin typeface="+mj-lt"/>
            </a:endParaRPr>
          </a:p>
        </p:txBody>
      </p:sp>
      <p:pic>
        <p:nvPicPr>
          <p:cNvPr id="7" name="Gráfico 6" descr="Grupo">
            <a:extLst>
              <a:ext uri="{FF2B5EF4-FFF2-40B4-BE49-F238E27FC236}">
                <a16:creationId xmlns:a16="http://schemas.microsoft.com/office/drawing/2014/main" id="{609D09BE-6865-0FA4-1673-DEBCF38FC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8613" y="2853417"/>
            <a:ext cx="2161087" cy="2161087"/>
          </a:xfrm>
          <a:prstGeom prst="rect">
            <a:avLst/>
          </a:prstGeom>
        </p:spPr>
      </p:pic>
      <p:pic>
        <p:nvPicPr>
          <p:cNvPr id="9" name="Gráfico 8" descr="Ir en bicicleta con personas">
            <a:extLst>
              <a:ext uri="{FF2B5EF4-FFF2-40B4-BE49-F238E27FC236}">
                <a16:creationId xmlns:a16="http://schemas.microsoft.com/office/drawing/2014/main" id="{8BC0909C-3529-211E-4A6B-9312DC5B7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493" y="128996"/>
            <a:ext cx="2161087" cy="216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2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DF0B4-6ACC-A0DD-05A4-DA6FFC87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>
                <a:latin typeface="+mj-lt"/>
              </a:rPr>
              <a:t>Roles y planificación</a:t>
            </a:r>
            <a:endParaRPr lang="pt-PT" sz="2400" dirty="0">
              <a:latin typeface="+mj-l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2EDE02B-1A20-92E5-555D-0FE3D1DD4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804874"/>
              </p:ext>
            </p:extLst>
          </p:nvPr>
        </p:nvGraphicFramePr>
        <p:xfrm>
          <a:off x="297180" y="1629410"/>
          <a:ext cx="3977640" cy="237399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72540">
                  <a:extLst>
                    <a:ext uri="{9D8B030D-6E8A-4147-A177-3AD203B41FA5}">
                      <a16:colId xmlns:a16="http://schemas.microsoft.com/office/drawing/2014/main" val="245159018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325577722"/>
                    </a:ext>
                  </a:extLst>
                </a:gridCol>
              </a:tblGrid>
              <a:tr h="291919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Rol</a:t>
                      </a:r>
                      <a:endParaRPr lang="pt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Responsabilidad</a:t>
                      </a:r>
                      <a:endParaRPr lang="pt-P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67617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Analista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Requisitos y casos de uso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42700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Diseñador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UI/UX y experiencia de 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813261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Desarrollador 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/>
                        <a:t>React + APIs externas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161128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Desarrollador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/>
                        <a:t>Spring Boot + JWT + JPA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8090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DBA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/>
                        <a:t>Diseño y gestión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193986"/>
                  </a:ext>
                </a:extLst>
              </a:tr>
              <a:tr h="291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b="1" dirty="0"/>
                        <a:t>Tester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/>
                        <a:t>Pruebas manuales funcionales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282850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1AE5A2D-43EF-1649-03DE-2C4E41366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14760"/>
              </p:ext>
            </p:extLst>
          </p:nvPr>
        </p:nvGraphicFramePr>
        <p:xfrm>
          <a:off x="4869182" y="1831070"/>
          <a:ext cx="3634740" cy="197067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68878">
                  <a:extLst>
                    <a:ext uri="{9D8B030D-6E8A-4147-A177-3AD203B41FA5}">
                      <a16:colId xmlns:a16="http://schemas.microsoft.com/office/drawing/2014/main" val="2711771808"/>
                    </a:ext>
                  </a:extLst>
                </a:gridCol>
                <a:gridCol w="1165862">
                  <a:extLst>
                    <a:ext uri="{9D8B030D-6E8A-4147-A177-3AD203B41FA5}">
                      <a16:colId xmlns:a16="http://schemas.microsoft.com/office/drawing/2014/main" val="1310605362"/>
                    </a:ext>
                  </a:extLst>
                </a:gridCol>
              </a:tblGrid>
              <a:tr h="295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/>
                        <a:t>Fase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/>
                        <a:t>Duración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78457"/>
                  </a:ext>
                </a:extLst>
              </a:tr>
              <a:tr h="295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200" b="1" dirty="0"/>
                        <a:t>Análisis y diseño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/>
                        <a:t>2 semanas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09207"/>
                  </a:ext>
                </a:extLst>
              </a:tr>
              <a:tr h="295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200" b="1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/>
                        <a:t>3 semanas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51416"/>
                  </a:ext>
                </a:extLst>
              </a:tr>
              <a:tr h="295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200" b="1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/>
                        <a:t>4 semanas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92528"/>
                  </a:ext>
                </a:extLst>
              </a:tr>
              <a:tr h="4926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200" b="1"/>
                        <a:t>Integración y pruebas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/>
                        <a:t>1 semana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487558"/>
                  </a:ext>
                </a:extLst>
              </a:tr>
              <a:tr h="295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200" b="1" dirty="0"/>
                        <a:t>Documentación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/>
                        <a:t>2 semanas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87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165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2164D1-EA8F-8CAF-B09F-0D67D948C2ED}"/>
              </a:ext>
            </a:extLst>
          </p:cNvPr>
          <p:cNvSpPr/>
          <p:nvPr/>
        </p:nvSpPr>
        <p:spPr>
          <a:xfrm>
            <a:off x="1496060" y="2811145"/>
            <a:ext cx="3708400" cy="8464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latin typeface="+mj-lt"/>
              </a:rPr>
              <a:t>Prevención de riesgos</a:t>
            </a:r>
            <a:endParaRPr lang="pt-PT" sz="2400" b="1" dirty="0">
              <a:latin typeface="+mj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7D68F3-7477-331B-2CB8-684E0440BEF9}"/>
              </a:ext>
            </a:extLst>
          </p:cNvPr>
          <p:cNvSpPr txBox="1"/>
          <p:nvPr/>
        </p:nvSpPr>
        <p:spPr>
          <a:xfrm>
            <a:off x="124098" y="125250"/>
            <a:ext cx="69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2"/>
                </a:solidFill>
                <a:latin typeface="+mj-lt"/>
              </a:rPr>
              <a:t>09</a:t>
            </a:r>
            <a:endParaRPr lang="pt-PT" sz="28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8" name="Gráfico 7" descr="Obreros de la construcción">
            <a:extLst>
              <a:ext uri="{FF2B5EF4-FFF2-40B4-BE49-F238E27FC236}">
                <a16:creationId xmlns:a16="http://schemas.microsoft.com/office/drawing/2014/main" id="{E6E318A5-AC32-40E1-0F31-C746C676B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8680" y="1111885"/>
            <a:ext cx="1699260" cy="16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76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212D-B315-9079-7088-DB63A789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>
                <a:latin typeface="+mj-lt"/>
              </a:rPr>
              <a:t>Prevención de Riesgos Laborales</a:t>
            </a:r>
            <a:endParaRPr lang="pt-PT" sz="2000" dirty="0">
              <a:latin typeface="+mj-l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864CB5D-C3D0-2737-DFA3-B45ECCC5B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71007"/>
              </p:ext>
            </p:extLst>
          </p:nvPr>
        </p:nvGraphicFramePr>
        <p:xfrm>
          <a:off x="1524000" y="1682750"/>
          <a:ext cx="6096000" cy="22250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1555847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3870120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>
                          <a:latin typeface="+mn-lt"/>
                        </a:rPr>
                        <a:t>Riesgo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200" dirty="0">
                          <a:latin typeface="+mn-lt"/>
                        </a:rPr>
                        <a:t>Medida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647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      Fatiga visual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Regla 20-20-20 + modo oscuro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94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      Mala postura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latin typeface="+mn-lt"/>
                        </a:rPr>
                        <a:t>Silla ergonómica + pantalla a altura de ojos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05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      Estrés 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>
                          <a:latin typeface="+mn-lt"/>
                        </a:rPr>
                        <a:t>Pausas cada hora + horarios definidos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24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      Túnel carpiano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>
                          <a:latin typeface="+mn-lt"/>
                        </a:rPr>
                        <a:t>Reposamuñecas + estiramientos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37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      Iluminación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200" dirty="0">
                          <a:latin typeface="+mn-lt"/>
                        </a:rPr>
                        <a:t>Evitar reflejos en pantalla, protegerse de la luz azul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5786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AA514997-97A0-DDCE-E98C-7A684C52EE4C}"/>
              </a:ext>
            </a:extLst>
          </p:cNvPr>
          <p:cNvSpPr txBox="1"/>
          <p:nvPr/>
        </p:nvSpPr>
        <p:spPr>
          <a:xfrm>
            <a:off x="1466850" y="4260850"/>
            <a:ext cx="6731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accent2"/>
                </a:solidFill>
                <a:latin typeface="+mn-lt"/>
              </a:rPr>
              <a:t>Ley 31/1995 de Prevención de Riesgos Laborales · RD 488/1997</a:t>
            </a:r>
            <a:endParaRPr lang="pt-PT" sz="1050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6" name="Gráfico 5" descr="Ojo">
            <a:extLst>
              <a:ext uri="{FF2B5EF4-FFF2-40B4-BE49-F238E27FC236}">
                <a16:creationId xmlns:a16="http://schemas.microsoft.com/office/drawing/2014/main" id="{B531265B-42CD-448F-5AD5-EA333D386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0350" y="2092325"/>
            <a:ext cx="308700" cy="308700"/>
          </a:xfrm>
          <a:prstGeom prst="rect">
            <a:avLst/>
          </a:prstGeom>
        </p:spPr>
      </p:pic>
      <p:pic>
        <p:nvPicPr>
          <p:cNvPr id="8" name="Gráfico 7" descr="Sofá">
            <a:extLst>
              <a:ext uri="{FF2B5EF4-FFF2-40B4-BE49-F238E27FC236}">
                <a16:creationId xmlns:a16="http://schemas.microsoft.com/office/drawing/2014/main" id="{8EDE121D-F287-DD09-489B-3B64CCA3A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9175" y="2484210"/>
            <a:ext cx="269875" cy="269875"/>
          </a:xfrm>
          <a:prstGeom prst="rect">
            <a:avLst/>
          </a:prstGeom>
        </p:spPr>
      </p:pic>
      <p:pic>
        <p:nvPicPr>
          <p:cNvPr id="12" name="Gráfico 11" descr="Cerebro en cabeza">
            <a:extLst>
              <a:ext uri="{FF2B5EF4-FFF2-40B4-BE49-F238E27FC236}">
                <a16:creationId xmlns:a16="http://schemas.microsoft.com/office/drawing/2014/main" id="{745135F7-E432-721B-6E16-50FAB03BE3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9175" y="2837270"/>
            <a:ext cx="269875" cy="269875"/>
          </a:xfrm>
          <a:prstGeom prst="rect">
            <a:avLst/>
          </a:prstGeom>
        </p:spPr>
      </p:pic>
      <p:pic>
        <p:nvPicPr>
          <p:cNvPr id="14" name="Gráfico 13" descr="Mano abierta">
            <a:extLst>
              <a:ext uri="{FF2B5EF4-FFF2-40B4-BE49-F238E27FC236}">
                <a16:creationId xmlns:a16="http://schemas.microsoft.com/office/drawing/2014/main" id="{E532D8C2-3216-B28C-A9E7-CDCFAB1799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9175" y="3232602"/>
            <a:ext cx="274865" cy="274865"/>
          </a:xfrm>
          <a:prstGeom prst="rect">
            <a:avLst/>
          </a:prstGeom>
        </p:spPr>
      </p:pic>
      <p:pic>
        <p:nvPicPr>
          <p:cNvPr id="16" name="Gráfico 15" descr="Bombilla">
            <a:extLst>
              <a:ext uri="{FF2B5EF4-FFF2-40B4-BE49-F238E27FC236}">
                <a16:creationId xmlns:a16="http://schemas.microsoft.com/office/drawing/2014/main" id="{9178CC91-1AE8-4FAD-6566-FDA1D4F4B2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9175" y="3585662"/>
            <a:ext cx="269875" cy="2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0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1;p27">
            <a:extLst>
              <a:ext uri="{FF2B5EF4-FFF2-40B4-BE49-F238E27FC236}">
                <a16:creationId xmlns:a16="http://schemas.microsoft.com/office/drawing/2014/main" id="{0566180C-0932-7F44-B0D0-594B58492D1C}"/>
              </a:ext>
            </a:extLst>
          </p:cNvPr>
          <p:cNvSpPr/>
          <p:nvPr/>
        </p:nvSpPr>
        <p:spPr>
          <a:xfrm rot="11288869" flipH="1">
            <a:off x="2580472" y="920253"/>
            <a:ext cx="3473819" cy="3302994"/>
          </a:xfrm>
          <a:custGeom>
            <a:avLst/>
            <a:gdLst/>
            <a:ahLst/>
            <a:cxnLst/>
            <a:rect l="l" t="t" r="r" b="b"/>
            <a:pathLst>
              <a:path w="33672" h="34333" extrusionOk="0">
                <a:moveTo>
                  <a:pt x="9568" y="1"/>
                </a:moveTo>
                <a:cubicBezTo>
                  <a:pt x="9273" y="1"/>
                  <a:pt x="8976" y="28"/>
                  <a:pt x="8684" y="83"/>
                </a:cubicBezTo>
                <a:cubicBezTo>
                  <a:pt x="8298" y="179"/>
                  <a:pt x="8105" y="565"/>
                  <a:pt x="8298" y="855"/>
                </a:cubicBezTo>
                <a:lnTo>
                  <a:pt x="16498" y="13397"/>
                </a:lnTo>
                <a:cubicBezTo>
                  <a:pt x="12832" y="15230"/>
                  <a:pt x="9262" y="17256"/>
                  <a:pt x="5789" y="19475"/>
                </a:cubicBezTo>
                <a:lnTo>
                  <a:pt x="2412" y="16870"/>
                </a:lnTo>
                <a:cubicBezTo>
                  <a:pt x="2111" y="16568"/>
                  <a:pt x="1734" y="16418"/>
                  <a:pt x="1353" y="16418"/>
                </a:cubicBezTo>
                <a:cubicBezTo>
                  <a:pt x="1124" y="16418"/>
                  <a:pt x="893" y="16472"/>
                  <a:pt x="676" y="16580"/>
                </a:cubicBezTo>
                <a:cubicBezTo>
                  <a:pt x="193" y="16773"/>
                  <a:pt x="1" y="17352"/>
                  <a:pt x="290" y="17835"/>
                </a:cubicBezTo>
                <a:lnTo>
                  <a:pt x="2991" y="21694"/>
                </a:lnTo>
                <a:cubicBezTo>
                  <a:pt x="2412" y="22369"/>
                  <a:pt x="2123" y="22851"/>
                  <a:pt x="2316" y="23334"/>
                </a:cubicBezTo>
                <a:cubicBezTo>
                  <a:pt x="2509" y="23720"/>
                  <a:pt x="3088" y="23913"/>
                  <a:pt x="4053" y="23913"/>
                </a:cubicBezTo>
                <a:lnTo>
                  <a:pt x="5017" y="28447"/>
                </a:lnTo>
                <a:cubicBezTo>
                  <a:pt x="5088" y="28871"/>
                  <a:pt x="5469" y="29140"/>
                  <a:pt x="5857" y="29140"/>
                </a:cubicBezTo>
                <a:cubicBezTo>
                  <a:pt x="5999" y="29140"/>
                  <a:pt x="6142" y="29104"/>
                  <a:pt x="6272" y="29026"/>
                </a:cubicBezTo>
                <a:cubicBezTo>
                  <a:pt x="6850" y="28833"/>
                  <a:pt x="7236" y="28254"/>
                  <a:pt x="7333" y="27579"/>
                </a:cubicBezTo>
                <a:lnTo>
                  <a:pt x="7526" y="23334"/>
                </a:lnTo>
                <a:cubicBezTo>
                  <a:pt x="11481" y="22273"/>
                  <a:pt x="15340" y="21018"/>
                  <a:pt x="19200" y="19475"/>
                </a:cubicBezTo>
                <a:lnTo>
                  <a:pt x="23059" y="33946"/>
                </a:lnTo>
                <a:cubicBezTo>
                  <a:pt x="23123" y="34204"/>
                  <a:pt x="23316" y="34332"/>
                  <a:pt x="23523" y="34332"/>
                </a:cubicBezTo>
                <a:cubicBezTo>
                  <a:pt x="23627" y="34332"/>
                  <a:pt x="23734" y="34300"/>
                  <a:pt x="23831" y="34236"/>
                </a:cubicBezTo>
                <a:cubicBezTo>
                  <a:pt x="25085" y="33271"/>
                  <a:pt x="25760" y="31727"/>
                  <a:pt x="25664" y="30087"/>
                </a:cubicBezTo>
                <a:lnTo>
                  <a:pt x="25471" y="27482"/>
                </a:lnTo>
                <a:lnTo>
                  <a:pt x="26435" y="27289"/>
                </a:lnTo>
                <a:cubicBezTo>
                  <a:pt x="27111" y="27097"/>
                  <a:pt x="27593" y="26421"/>
                  <a:pt x="27497" y="25746"/>
                </a:cubicBezTo>
                <a:lnTo>
                  <a:pt x="27304" y="24878"/>
                </a:lnTo>
                <a:cubicBezTo>
                  <a:pt x="27130" y="24184"/>
                  <a:pt x="26567" y="23802"/>
                  <a:pt x="25964" y="23802"/>
                </a:cubicBezTo>
                <a:cubicBezTo>
                  <a:pt x="25897" y="23802"/>
                  <a:pt x="25828" y="23807"/>
                  <a:pt x="25760" y="23816"/>
                </a:cubicBezTo>
                <a:lnTo>
                  <a:pt x="25278" y="23913"/>
                </a:lnTo>
                <a:lnTo>
                  <a:pt x="25278" y="23237"/>
                </a:lnTo>
                <a:lnTo>
                  <a:pt x="25760" y="23141"/>
                </a:lnTo>
                <a:cubicBezTo>
                  <a:pt x="26435" y="22948"/>
                  <a:pt x="26918" y="22273"/>
                  <a:pt x="26821" y="21597"/>
                </a:cubicBezTo>
                <a:lnTo>
                  <a:pt x="26628" y="20729"/>
                </a:lnTo>
                <a:cubicBezTo>
                  <a:pt x="26452" y="20112"/>
                  <a:pt x="25872" y="19655"/>
                  <a:pt x="25258" y="19655"/>
                </a:cubicBezTo>
                <a:cubicBezTo>
                  <a:pt x="25201" y="19655"/>
                  <a:pt x="25143" y="19659"/>
                  <a:pt x="25085" y="19668"/>
                </a:cubicBezTo>
                <a:lnTo>
                  <a:pt x="24892" y="17159"/>
                </a:lnTo>
                <a:lnTo>
                  <a:pt x="26339" y="16580"/>
                </a:lnTo>
                <a:cubicBezTo>
                  <a:pt x="33671" y="13493"/>
                  <a:pt x="32899" y="9730"/>
                  <a:pt x="32899" y="9730"/>
                </a:cubicBezTo>
                <a:cubicBezTo>
                  <a:pt x="32899" y="9730"/>
                  <a:pt x="31932" y="8440"/>
                  <a:pt x="29319" y="8440"/>
                </a:cubicBezTo>
                <a:cubicBezTo>
                  <a:pt x="27890" y="8440"/>
                  <a:pt x="25969" y="8826"/>
                  <a:pt x="23445" y="10020"/>
                </a:cubicBezTo>
                <a:lnTo>
                  <a:pt x="21997" y="10695"/>
                </a:lnTo>
                <a:lnTo>
                  <a:pt x="20261" y="8862"/>
                </a:lnTo>
                <a:cubicBezTo>
                  <a:pt x="20840" y="8476"/>
                  <a:pt x="20936" y="7608"/>
                  <a:pt x="20550" y="7029"/>
                </a:cubicBezTo>
                <a:lnTo>
                  <a:pt x="19971" y="6354"/>
                </a:lnTo>
                <a:cubicBezTo>
                  <a:pt x="19736" y="6000"/>
                  <a:pt x="19321" y="5791"/>
                  <a:pt x="18901" y="5791"/>
                </a:cubicBezTo>
                <a:cubicBezTo>
                  <a:pt x="18633" y="5791"/>
                  <a:pt x="18364" y="5876"/>
                  <a:pt x="18138" y="6064"/>
                </a:cubicBezTo>
                <a:lnTo>
                  <a:pt x="17752" y="6354"/>
                </a:lnTo>
                <a:lnTo>
                  <a:pt x="17270" y="5871"/>
                </a:lnTo>
                <a:lnTo>
                  <a:pt x="17656" y="5582"/>
                </a:lnTo>
                <a:cubicBezTo>
                  <a:pt x="18235" y="5100"/>
                  <a:pt x="18331" y="4328"/>
                  <a:pt x="17945" y="3749"/>
                </a:cubicBezTo>
                <a:lnTo>
                  <a:pt x="17367" y="2977"/>
                </a:lnTo>
                <a:cubicBezTo>
                  <a:pt x="17135" y="2630"/>
                  <a:pt x="16730" y="2456"/>
                  <a:pt x="16318" y="2456"/>
                </a:cubicBezTo>
                <a:cubicBezTo>
                  <a:pt x="16043" y="2456"/>
                  <a:pt x="15765" y="2533"/>
                  <a:pt x="15533" y="2688"/>
                </a:cubicBezTo>
                <a:lnTo>
                  <a:pt x="14762" y="3266"/>
                </a:lnTo>
                <a:lnTo>
                  <a:pt x="12929" y="1433"/>
                </a:lnTo>
                <a:cubicBezTo>
                  <a:pt x="12069" y="495"/>
                  <a:pt x="10829" y="1"/>
                  <a:pt x="95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18EEC0-6BB2-D1F1-B6F4-FA567F2F693B}"/>
              </a:ext>
            </a:extLst>
          </p:cNvPr>
          <p:cNvSpPr txBox="1"/>
          <p:nvPr/>
        </p:nvSpPr>
        <p:spPr>
          <a:xfrm rot="1783195">
            <a:off x="3382830" y="2829161"/>
            <a:ext cx="358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+mj-lt"/>
              </a:rPr>
              <a:t>Conclusiones</a:t>
            </a:r>
            <a:endParaRPr lang="pt-PT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Google Shape;290;p27">
            <a:extLst>
              <a:ext uri="{FF2B5EF4-FFF2-40B4-BE49-F238E27FC236}">
                <a16:creationId xmlns:a16="http://schemas.microsoft.com/office/drawing/2014/main" id="{76741280-B3AC-2727-B32F-AC736FAEA1B5}"/>
              </a:ext>
            </a:extLst>
          </p:cNvPr>
          <p:cNvSpPr/>
          <p:nvPr/>
        </p:nvSpPr>
        <p:spPr>
          <a:xfrm rot="10800000" flipH="1">
            <a:off x="901791" y="-878073"/>
            <a:ext cx="10142093" cy="5456172"/>
          </a:xfrm>
          <a:custGeom>
            <a:avLst/>
            <a:gdLst>
              <a:gd name="connsiteX0" fmla="*/ 7722 w 426135"/>
              <a:gd name="connsiteY0" fmla="*/ 213985 h 225538"/>
              <a:gd name="connsiteX1" fmla="*/ 83370 w 426135"/>
              <a:gd name="connsiteY1" fmla="*/ 115987 h 225538"/>
              <a:gd name="connsiteX2" fmla="*/ 101993 w 426135"/>
              <a:gd name="connsiteY2" fmla="*/ 83550 h 225538"/>
              <a:gd name="connsiteX3" fmla="*/ 112884 w 426135"/>
              <a:gd name="connsiteY3" fmla="*/ 38333 h 225538"/>
              <a:gd name="connsiteX4" fmla="*/ 312034 w 426135"/>
              <a:gd name="connsiteY4" fmla="*/ 65841 h 225538"/>
              <a:gd name="connsiteX5" fmla="*/ 320630 w 426135"/>
              <a:gd name="connsiteY5" fmla="*/ 21713 h 225538"/>
              <a:gd name="connsiteX6" fmla="*/ 396565 w 426135"/>
              <a:gd name="connsiteY6" fmla="*/ 9965 h 225538"/>
              <a:gd name="connsiteX7" fmla="*/ 424073 w 426135"/>
              <a:gd name="connsiteY7" fmla="*/ 167852 h 225538"/>
              <a:gd name="connsiteX8" fmla="*/ 346419 w 426135"/>
              <a:gd name="connsiteY8" fmla="*/ 160688 h 225538"/>
              <a:gd name="connsiteX9" fmla="*/ 293981 w 426135"/>
              <a:gd name="connsiteY9" fmla="*/ 217711 h 225538"/>
              <a:gd name="connsiteX10" fmla="*/ 7722 w 426135"/>
              <a:gd name="connsiteY10" fmla="*/ 213985 h 225538"/>
              <a:gd name="connsiteX0" fmla="*/ 7722 w 425612"/>
              <a:gd name="connsiteY0" fmla="*/ 211099 h 222652"/>
              <a:gd name="connsiteX1" fmla="*/ 83370 w 425612"/>
              <a:gd name="connsiteY1" fmla="*/ 113101 h 222652"/>
              <a:gd name="connsiteX2" fmla="*/ 101993 w 425612"/>
              <a:gd name="connsiteY2" fmla="*/ 80664 h 222652"/>
              <a:gd name="connsiteX3" fmla="*/ 112884 w 425612"/>
              <a:gd name="connsiteY3" fmla="*/ 35447 h 222652"/>
              <a:gd name="connsiteX4" fmla="*/ 312034 w 425612"/>
              <a:gd name="connsiteY4" fmla="*/ 62955 h 222652"/>
              <a:gd name="connsiteX5" fmla="*/ 377077 w 425612"/>
              <a:gd name="connsiteY5" fmla="*/ 30906 h 222652"/>
              <a:gd name="connsiteX6" fmla="*/ 396565 w 425612"/>
              <a:gd name="connsiteY6" fmla="*/ 7079 h 222652"/>
              <a:gd name="connsiteX7" fmla="*/ 424073 w 425612"/>
              <a:gd name="connsiteY7" fmla="*/ 164966 h 222652"/>
              <a:gd name="connsiteX8" fmla="*/ 346419 w 425612"/>
              <a:gd name="connsiteY8" fmla="*/ 157802 h 222652"/>
              <a:gd name="connsiteX9" fmla="*/ 293981 w 425612"/>
              <a:gd name="connsiteY9" fmla="*/ 214825 h 222652"/>
              <a:gd name="connsiteX10" fmla="*/ 7722 w 425612"/>
              <a:gd name="connsiteY10" fmla="*/ 211099 h 222652"/>
              <a:gd name="connsiteX0" fmla="*/ 30393 w 448283"/>
              <a:gd name="connsiteY0" fmla="*/ 211099 h 267464"/>
              <a:gd name="connsiteX1" fmla="*/ 106041 w 448283"/>
              <a:gd name="connsiteY1" fmla="*/ 113101 h 267464"/>
              <a:gd name="connsiteX2" fmla="*/ 124664 w 448283"/>
              <a:gd name="connsiteY2" fmla="*/ 80664 h 267464"/>
              <a:gd name="connsiteX3" fmla="*/ 5691 w 448283"/>
              <a:gd name="connsiteY3" fmla="*/ 267425 h 267464"/>
              <a:gd name="connsiteX4" fmla="*/ 334705 w 448283"/>
              <a:gd name="connsiteY4" fmla="*/ 62955 h 267464"/>
              <a:gd name="connsiteX5" fmla="*/ 399748 w 448283"/>
              <a:gd name="connsiteY5" fmla="*/ 30906 h 267464"/>
              <a:gd name="connsiteX6" fmla="*/ 419236 w 448283"/>
              <a:gd name="connsiteY6" fmla="*/ 7079 h 267464"/>
              <a:gd name="connsiteX7" fmla="*/ 446744 w 448283"/>
              <a:gd name="connsiteY7" fmla="*/ 164966 h 267464"/>
              <a:gd name="connsiteX8" fmla="*/ 369090 w 448283"/>
              <a:gd name="connsiteY8" fmla="*/ 157802 h 267464"/>
              <a:gd name="connsiteX9" fmla="*/ 316652 w 448283"/>
              <a:gd name="connsiteY9" fmla="*/ 214825 h 267464"/>
              <a:gd name="connsiteX10" fmla="*/ 30393 w 448283"/>
              <a:gd name="connsiteY10" fmla="*/ 211099 h 267464"/>
              <a:gd name="connsiteX0" fmla="*/ 52599 w 470489"/>
              <a:gd name="connsiteY0" fmla="*/ 211099 h 274586"/>
              <a:gd name="connsiteX1" fmla="*/ 128247 w 470489"/>
              <a:gd name="connsiteY1" fmla="*/ 113101 h 274586"/>
              <a:gd name="connsiteX2" fmla="*/ 29473 w 470489"/>
              <a:gd name="connsiteY2" fmla="*/ 217435 h 274586"/>
              <a:gd name="connsiteX3" fmla="*/ 27897 w 470489"/>
              <a:gd name="connsiteY3" fmla="*/ 267425 h 274586"/>
              <a:gd name="connsiteX4" fmla="*/ 356911 w 470489"/>
              <a:gd name="connsiteY4" fmla="*/ 62955 h 274586"/>
              <a:gd name="connsiteX5" fmla="*/ 421954 w 470489"/>
              <a:gd name="connsiteY5" fmla="*/ 30906 h 274586"/>
              <a:gd name="connsiteX6" fmla="*/ 441442 w 470489"/>
              <a:gd name="connsiteY6" fmla="*/ 7079 h 274586"/>
              <a:gd name="connsiteX7" fmla="*/ 468950 w 470489"/>
              <a:gd name="connsiteY7" fmla="*/ 164966 h 274586"/>
              <a:gd name="connsiteX8" fmla="*/ 391296 w 470489"/>
              <a:gd name="connsiteY8" fmla="*/ 157802 h 274586"/>
              <a:gd name="connsiteX9" fmla="*/ 338858 w 470489"/>
              <a:gd name="connsiteY9" fmla="*/ 214825 h 274586"/>
              <a:gd name="connsiteX10" fmla="*/ 52599 w 470489"/>
              <a:gd name="connsiteY10" fmla="*/ 211099 h 274586"/>
              <a:gd name="connsiteX0" fmla="*/ 51527 w 469417"/>
              <a:gd name="connsiteY0" fmla="*/ 211099 h 274232"/>
              <a:gd name="connsiteX1" fmla="*/ 102587 w 469417"/>
              <a:gd name="connsiteY1" fmla="*/ 137258 h 274232"/>
              <a:gd name="connsiteX2" fmla="*/ 28401 w 469417"/>
              <a:gd name="connsiteY2" fmla="*/ 217435 h 274232"/>
              <a:gd name="connsiteX3" fmla="*/ 26825 w 469417"/>
              <a:gd name="connsiteY3" fmla="*/ 267425 h 274232"/>
              <a:gd name="connsiteX4" fmla="*/ 355839 w 469417"/>
              <a:gd name="connsiteY4" fmla="*/ 62955 h 274232"/>
              <a:gd name="connsiteX5" fmla="*/ 420882 w 469417"/>
              <a:gd name="connsiteY5" fmla="*/ 30906 h 274232"/>
              <a:gd name="connsiteX6" fmla="*/ 440370 w 469417"/>
              <a:gd name="connsiteY6" fmla="*/ 7079 h 274232"/>
              <a:gd name="connsiteX7" fmla="*/ 467878 w 469417"/>
              <a:gd name="connsiteY7" fmla="*/ 164966 h 274232"/>
              <a:gd name="connsiteX8" fmla="*/ 390224 w 469417"/>
              <a:gd name="connsiteY8" fmla="*/ 157802 h 274232"/>
              <a:gd name="connsiteX9" fmla="*/ 337786 w 469417"/>
              <a:gd name="connsiteY9" fmla="*/ 214825 h 274232"/>
              <a:gd name="connsiteX10" fmla="*/ 51527 w 469417"/>
              <a:gd name="connsiteY10" fmla="*/ 211099 h 274232"/>
              <a:gd name="connsiteX0" fmla="*/ 36482 w 454372"/>
              <a:gd name="connsiteY0" fmla="*/ 211099 h 262581"/>
              <a:gd name="connsiteX1" fmla="*/ 87542 w 454372"/>
              <a:gd name="connsiteY1" fmla="*/ 137258 h 262581"/>
              <a:gd name="connsiteX2" fmla="*/ 13356 w 454372"/>
              <a:gd name="connsiteY2" fmla="*/ 217435 h 262581"/>
              <a:gd name="connsiteX3" fmla="*/ 407951 w 454372"/>
              <a:gd name="connsiteY3" fmla="*/ 254636 h 262581"/>
              <a:gd name="connsiteX4" fmla="*/ 340794 w 454372"/>
              <a:gd name="connsiteY4" fmla="*/ 62955 h 262581"/>
              <a:gd name="connsiteX5" fmla="*/ 405837 w 454372"/>
              <a:gd name="connsiteY5" fmla="*/ 30906 h 262581"/>
              <a:gd name="connsiteX6" fmla="*/ 425325 w 454372"/>
              <a:gd name="connsiteY6" fmla="*/ 7079 h 262581"/>
              <a:gd name="connsiteX7" fmla="*/ 452833 w 454372"/>
              <a:gd name="connsiteY7" fmla="*/ 164966 h 262581"/>
              <a:gd name="connsiteX8" fmla="*/ 375179 w 454372"/>
              <a:gd name="connsiteY8" fmla="*/ 157802 h 262581"/>
              <a:gd name="connsiteX9" fmla="*/ 322741 w 454372"/>
              <a:gd name="connsiteY9" fmla="*/ 214825 h 262581"/>
              <a:gd name="connsiteX10" fmla="*/ 36482 w 454372"/>
              <a:gd name="connsiteY10" fmla="*/ 211099 h 262581"/>
              <a:gd name="connsiteX0" fmla="*/ 36482 w 454196"/>
              <a:gd name="connsiteY0" fmla="*/ 205323 h 256805"/>
              <a:gd name="connsiteX1" fmla="*/ 87542 w 454196"/>
              <a:gd name="connsiteY1" fmla="*/ 131482 h 256805"/>
              <a:gd name="connsiteX2" fmla="*/ 13356 w 454196"/>
              <a:gd name="connsiteY2" fmla="*/ 211659 h 256805"/>
              <a:gd name="connsiteX3" fmla="*/ 407951 w 454196"/>
              <a:gd name="connsiteY3" fmla="*/ 248860 h 256805"/>
              <a:gd name="connsiteX4" fmla="*/ 340794 w 454196"/>
              <a:gd name="connsiteY4" fmla="*/ 57179 h 256805"/>
              <a:gd name="connsiteX5" fmla="*/ 451203 w 454196"/>
              <a:gd name="connsiteY5" fmla="*/ 82681 h 256805"/>
              <a:gd name="connsiteX6" fmla="*/ 425325 w 454196"/>
              <a:gd name="connsiteY6" fmla="*/ 1303 h 256805"/>
              <a:gd name="connsiteX7" fmla="*/ 452833 w 454196"/>
              <a:gd name="connsiteY7" fmla="*/ 159190 h 256805"/>
              <a:gd name="connsiteX8" fmla="*/ 375179 w 454196"/>
              <a:gd name="connsiteY8" fmla="*/ 152026 h 256805"/>
              <a:gd name="connsiteX9" fmla="*/ 322741 w 454196"/>
              <a:gd name="connsiteY9" fmla="*/ 209049 h 256805"/>
              <a:gd name="connsiteX10" fmla="*/ 36482 w 454196"/>
              <a:gd name="connsiteY10" fmla="*/ 205323 h 256805"/>
              <a:gd name="connsiteX0" fmla="*/ 36482 w 460924"/>
              <a:gd name="connsiteY0" fmla="*/ 205416 h 254371"/>
              <a:gd name="connsiteX1" fmla="*/ 87542 w 460924"/>
              <a:gd name="connsiteY1" fmla="*/ 131575 h 254371"/>
              <a:gd name="connsiteX2" fmla="*/ 13356 w 460924"/>
              <a:gd name="connsiteY2" fmla="*/ 211752 h 254371"/>
              <a:gd name="connsiteX3" fmla="*/ 407951 w 460924"/>
              <a:gd name="connsiteY3" fmla="*/ 248953 h 254371"/>
              <a:gd name="connsiteX4" fmla="*/ 458191 w 460924"/>
              <a:gd name="connsiteY4" fmla="*/ 95994 h 254371"/>
              <a:gd name="connsiteX5" fmla="*/ 451203 w 460924"/>
              <a:gd name="connsiteY5" fmla="*/ 82774 h 254371"/>
              <a:gd name="connsiteX6" fmla="*/ 425325 w 460924"/>
              <a:gd name="connsiteY6" fmla="*/ 1396 h 254371"/>
              <a:gd name="connsiteX7" fmla="*/ 452833 w 460924"/>
              <a:gd name="connsiteY7" fmla="*/ 159283 h 254371"/>
              <a:gd name="connsiteX8" fmla="*/ 375179 w 460924"/>
              <a:gd name="connsiteY8" fmla="*/ 152119 h 254371"/>
              <a:gd name="connsiteX9" fmla="*/ 322741 w 460924"/>
              <a:gd name="connsiteY9" fmla="*/ 209142 h 254371"/>
              <a:gd name="connsiteX10" fmla="*/ 36482 w 460924"/>
              <a:gd name="connsiteY10" fmla="*/ 205416 h 25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0924" h="254371" extrusionOk="0">
                <a:moveTo>
                  <a:pt x="36482" y="205416"/>
                </a:moveTo>
                <a:cubicBezTo>
                  <a:pt x="-2718" y="192488"/>
                  <a:pt x="91396" y="130519"/>
                  <a:pt x="87542" y="131575"/>
                </a:cubicBezTo>
                <a:cubicBezTo>
                  <a:pt x="83688" y="132631"/>
                  <a:pt x="-40046" y="192189"/>
                  <a:pt x="13356" y="211752"/>
                </a:cubicBezTo>
                <a:cubicBezTo>
                  <a:pt x="66758" y="231315"/>
                  <a:pt x="333812" y="268246"/>
                  <a:pt x="407951" y="248953"/>
                </a:cubicBezTo>
                <a:cubicBezTo>
                  <a:pt x="482090" y="229660"/>
                  <a:pt x="450982" y="123691"/>
                  <a:pt x="458191" y="95994"/>
                </a:cubicBezTo>
                <a:cubicBezTo>
                  <a:pt x="465400" y="68298"/>
                  <a:pt x="456681" y="98540"/>
                  <a:pt x="451203" y="82774"/>
                </a:cubicBezTo>
                <a:cubicBezTo>
                  <a:pt x="445725" y="67008"/>
                  <a:pt x="425053" y="-11355"/>
                  <a:pt x="425325" y="1396"/>
                </a:cubicBezTo>
                <a:cubicBezTo>
                  <a:pt x="425597" y="14147"/>
                  <a:pt x="461191" y="134163"/>
                  <a:pt x="452833" y="159283"/>
                </a:cubicBezTo>
                <a:cubicBezTo>
                  <a:pt x="444475" y="184404"/>
                  <a:pt x="396861" y="143809"/>
                  <a:pt x="375179" y="152119"/>
                </a:cubicBezTo>
                <a:cubicBezTo>
                  <a:pt x="353497" y="160429"/>
                  <a:pt x="379191" y="200259"/>
                  <a:pt x="322741" y="209142"/>
                </a:cubicBezTo>
                <a:cubicBezTo>
                  <a:pt x="266292" y="218025"/>
                  <a:pt x="75682" y="218344"/>
                  <a:pt x="36482" y="205416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PT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333897-79E7-9F79-4D59-17D1674D6A8D}"/>
              </a:ext>
            </a:extLst>
          </p:cNvPr>
          <p:cNvSpPr txBox="1"/>
          <p:nvPr/>
        </p:nvSpPr>
        <p:spPr>
          <a:xfrm>
            <a:off x="6849350" y="3488155"/>
            <a:ext cx="1733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solidFill>
                  <a:schemeClr val="bg2"/>
                </a:solidFill>
                <a:latin typeface="+mj-lt"/>
              </a:rPr>
              <a:t>10</a:t>
            </a:r>
            <a:endParaRPr lang="pt-PT" sz="80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65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744331-B92E-EF61-B207-F3FD7C84A2BD}"/>
              </a:ext>
            </a:extLst>
          </p:cNvPr>
          <p:cNvSpPr txBox="1"/>
          <p:nvPr/>
        </p:nvSpPr>
        <p:spPr>
          <a:xfrm>
            <a:off x="1900053" y="2310140"/>
            <a:ext cx="6187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+mj-lt"/>
              </a:rPr>
              <a:t>GRACIAS POR SU ATENCIÓN</a:t>
            </a:r>
            <a:endParaRPr lang="pt-PT" sz="2800" dirty="0">
              <a:latin typeface="+mj-lt"/>
            </a:endParaRPr>
          </a:p>
        </p:txBody>
      </p:sp>
      <p:sp>
        <p:nvSpPr>
          <p:cNvPr id="3" name="Cara sonriente 2">
            <a:extLst>
              <a:ext uri="{FF2B5EF4-FFF2-40B4-BE49-F238E27FC236}">
                <a16:creationId xmlns:a16="http://schemas.microsoft.com/office/drawing/2014/main" id="{238C0DC7-0F5F-5317-BDFD-85A355137680}"/>
              </a:ext>
            </a:extLst>
          </p:cNvPr>
          <p:cNvSpPr/>
          <p:nvPr/>
        </p:nvSpPr>
        <p:spPr>
          <a:xfrm>
            <a:off x="3219450" y="285750"/>
            <a:ext cx="2393950" cy="192085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5" name="Gráfico 4" descr="Cereal">
            <a:extLst>
              <a:ext uri="{FF2B5EF4-FFF2-40B4-BE49-F238E27FC236}">
                <a16:creationId xmlns:a16="http://schemas.microsoft.com/office/drawing/2014/main" id="{36625133-A883-1EE6-408F-616DF748D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3765550"/>
            <a:ext cx="914400" cy="914400"/>
          </a:xfrm>
          <a:prstGeom prst="rect">
            <a:avLst/>
          </a:prstGeom>
        </p:spPr>
      </p:pic>
      <p:pic>
        <p:nvPicPr>
          <p:cNvPr id="6" name="Gráfico 5" descr="Cereal">
            <a:extLst>
              <a:ext uri="{FF2B5EF4-FFF2-40B4-BE49-F238E27FC236}">
                <a16:creationId xmlns:a16="http://schemas.microsoft.com/office/drawing/2014/main" id="{EEE8DD9C-136B-98FC-5B1A-1F68BFB30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543800" y="3765550"/>
            <a:ext cx="914400" cy="914400"/>
          </a:xfrm>
          <a:prstGeom prst="rect">
            <a:avLst/>
          </a:prstGeom>
        </p:spPr>
      </p:pic>
      <p:pic>
        <p:nvPicPr>
          <p:cNvPr id="7" name="Gráfico 6" descr="Cereal">
            <a:extLst>
              <a:ext uri="{FF2B5EF4-FFF2-40B4-BE49-F238E27FC236}">
                <a16:creationId xmlns:a16="http://schemas.microsoft.com/office/drawing/2014/main" id="{7E955455-2BF0-0E07-9AD9-76A86037F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543800" y="331775"/>
            <a:ext cx="914400" cy="914400"/>
          </a:xfrm>
          <a:prstGeom prst="rect">
            <a:avLst/>
          </a:prstGeom>
        </p:spPr>
      </p:pic>
      <p:pic>
        <p:nvPicPr>
          <p:cNvPr id="8" name="Gráfico 7" descr="Cereal">
            <a:extLst>
              <a:ext uri="{FF2B5EF4-FFF2-40B4-BE49-F238E27FC236}">
                <a16:creationId xmlns:a16="http://schemas.microsoft.com/office/drawing/2014/main" id="{13120F1C-ED7D-4AAD-9AFE-BA7778336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85800" y="463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07572"/>
      </p:ext>
    </p:extLst>
  </p:cSld>
  <p:clrMapOvr>
    <a:masterClrMapping/>
  </p:clrMapOvr>
</p:sld>
</file>

<file path=ppt/theme/theme1.xml><?xml version="1.0" encoding="utf-8"?>
<a:theme xmlns:a="http://schemas.openxmlformats.org/drawingml/2006/main" name="Travel Booking App Pitch Deck by Slidesgo">
  <a:themeElements>
    <a:clrScheme name="BTT">
      <a:dk1>
        <a:srgbClr val="0F172A"/>
      </a:dk1>
      <a:lt1>
        <a:srgbClr val="F8FAFC"/>
      </a:lt1>
      <a:dk2>
        <a:srgbClr val="0284C7"/>
      </a:dk2>
      <a:lt2>
        <a:srgbClr val="E0F2FE"/>
      </a:lt2>
      <a:accent1>
        <a:srgbClr val="0EA5E9"/>
      </a:accent1>
      <a:accent2>
        <a:srgbClr val="64748B"/>
      </a:accent2>
      <a:accent3>
        <a:srgbClr val="0284C7"/>
      </a:accent3>
      <a:accent4>
        <a:srgbClr val="E0F2FE"/>
      </a:accent4>
      <a:accent5>
        <a:srgbClr val="0F172A"/>
      </a:accent5>
      <a:accent6>
        <a:srgbClr val="FFFFFF"/>
      </a:accent6>
      <a:hlink>
        <a:srgbClr val="0EA5E9"/>
      </a:hlink>
      <a:folHlink>
        <a:srgbClr val="0284C7"/>
      </a:folHlink>
    </a:clrScheme>
    <a:fontScheme name="BTT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171F99-A5E5-4744-8E7D-74A4CE7F409C}">
  <we:reference id="e849ddb8-6bbd-4833-bd4b-59030099d63e" version="1.0.0.0" store="EXCatalog" storeType="EXCatalog"/>
  <we:alternateReferences>
    <we:reference id="WA200000113" version="1.0.0.0" store="es-E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560</Words>
  <Application>Microsoft Office PowerPoint</Application>
  <PresentationFormat>Presentación en pantalla (16:9)</PresentationFormat>
  <Paragraphs>230</Paragraphs>
  <Slides>35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1" baseType="lpstr">
      <vt:lpstr>Wingdings</vt:lpstr>
      <vt:lpstr>Consolas</vt:lpstr>
      <vt:lpstr>Open Sans</vt:lpstr>
      <vt:lpstr>Montserrat</vt:lpstr>
      <vt:lpstr>Arial</vt:lpstr>
      <vt:lpstr>Travel Booking App Pitch Deck by Slidesgo</vt:lpstr>
      <vt:lpstr>BreathTakingTravels (BTT)</vt:lpstr>
      <vt:lpstr>Índice</vt:lpstr>
      <vt:lpstr>Descripción general de la idea</vt:lpstr>
      <vt:lpstr>Requisitos </vt:lpstr>
      <vt:lpstr>Detalles</vt:lpstr>
      <vt:lpstr>Tecnologías</vt:lpstr>
      <vt:lpstr>Tecnologías Frontend</vt:lpstr>
      <vt:lpstr>Tecnologías Backend + BD</vt:lpstr>
      <vt:lpstr>APIs externas</vt:lpstr>
      <vt:lpstr>Presentación de PowerPoint</vt:lpstr>
      <vt:lpstr>Diagrama de arquitectura del sistema  </vt:lpstr>
      <vt:lpstr>Base de datos</vt:lpstr>
      <vt:lpstr>Modelo de Entidad-Relación</vt:lpstr>
      <vt:lpstr>Modelo de tablas</vt:lpstr>
      <vt:lpstr>Demo</vt:lpstr>
      <vt:lpstr>Diagrama de casos de uso</vt:lpstr>
      <vt:lpstr>Demo en vivo</vt:lpstr>
      <vt:lpstr>Explicación de Crear Viaje</vt:lpstr>
      <vt:lpstr>Presentación de PowerPoint</vt:lpstr>
      <vt:lpstr>Presentación de PowerPoint</vt:lpstr>
      <vt:lpstr>Presentación de PowerPoint</vt:lpstr>
      <vt:lpstr>Mis Viajes</vt:lpstr>
      <vt:lpstr>Reservar pack</vt:lpstr>
      <vt:lpstr>Panel Administrador</vt:lpstr>
      <vt:lpstr>Lógica del negocio</vt:lpstr>
      <vt:lpstr>Validación y pruebas</vt:lpstr>
      <vt:lpstr>Casos de prueba</vt:lpstr>
      <vt:lpstr>Presentación de PowerPoint</vt:lpstr>
      <vt:lpstr>Tabla de costes del proyecto</vt:lpstr>
      <vt:lpstr>Presentación de PowerPoint</vt:lpstr>
      <vt:lpstr>Roles y planificación</vt:lpstr>
      <vt:lpstr>Presentación de PowerPoint</vt:lpstr>
      <vt:lpstr>Prevención de Riesgos Laborales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</dc:creator>
  <cp:lastModifiedBy>Manuel Ángel Giz Rodríguez</cp:lastModifiedBy>
  <cp:revision>8</cp:revision>
  <dcterms:modified xsi:type="dcterms:W3CDTF">2026-05-21T21:39:25Z</dcterms:modified>
</cp:coreProperties>
</file>